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5" r:id="rId7"/>
    <p:sldId id="266" r:id="rId8"/>
    <p:sldId id="260" r:id="rId9"/>
    <p:sldId id="262" r:id="rId10"/>
    <p:sldId id="263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3F445-F7B7-8B41-BDAD-402DF25DFBA6}" v="531" dt="2026-03-05T20:33:30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/>
    <p:restoredTop sz="94693"/>
  </p:normalViewPr>
  <p:slideViewPr>
    <p:cSldViewPr snapToGrid="0">
      <p:cViewPr varScale="1">
        <p:scale>
          <a:sx n="135" d="100"/>
          <a:sy n="135" d="100"/>
        </p:scale>
        <p:origin x="17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A MARIA ACEVEDO PRINS" userId="3b821ef4-8a6e-4c43-999f-7e55c7d6f3d1" providerId="ADAL" clId="{9BBB801D-DBA5-5D87-8C70-2FEEE205F0B2}"/>
    <pc:docChg chg="undo redo custSel addSld delSld modSld">
      <pc:chgData name="NATALIA MARIA ACEVEDO PRINS" userId="3b821ef4-8a6e-4c43-999f-7e55c7d6f3d1" providerId="ADAL" clId="{9BBB801D-DBA5-5D87-8C70-2FEEE205F0B2}" dt="2026-03-05T20:35:23.045" v="2476" actId="20577"/>
      <pc:docMkLst>
        <pc:docMk/>
      </pc:docMkLst>
      <pc:sldChg chg="addSp delSp modSp mod">
        <pc:chgData name="NATALIA MARIA ACEVEDO PRINS" userId="3b821ef4-8a6e-4c43-999f-7e55c7d6f3d1" providerId="ADAL" clId="{9BBB801D-DBA5-5D87-8C70-2FEEE205F0B2}" dt="2026-03-05T19:16:33.493" v="1151" actId="20577"/>
        <pc:sldMkLst>
          <pc:docMk/>
          <pc:sldMk cId="3739473849" sldId="256"/>
        </pc:sldMkLst>
        <pc:spChg chg="mod">
          <ac:chgData name="NATALIA MARIA ACEVEDO PRINS" userId="3b821ef4-8a6e-4c43-999f-7e55c7d6f3d1" providerId="ADAL" clId="{9BBB801D-DBA5-5D87-8C70-2FEEE205F0B2}" dt="2026-03-05T19:15:05.906" v="1130" actId="1076"/>
          <ac:spMkLst>
            <pc:docMk/>
            <pc:sldMk cId="3739473849" sldId="256"/>
            <ac:spMk id="2" creationId="{4DF0C042-174B-9301-C264-1EBD1E8D3B08}"/>
          </ac:spMkLst>
        </pc:spChg>
        <pc:spChg chg="del">
          <ac:chgData name="NATALIA MARIA ACEVEDO PRINS" userId="3b821ef4-8a6e-4c43-999f-7e55c7d6f3d1" providerId="ADAL" clId="{9BBB801D-DBA5-5D87-8C70-2FEEE205F0B2}" dt="2026-03-05T19:15:17.145" v="1132"/>
          <ac:spMkLst>
            <pc:docMk/>
            <pc:sldMk cId="3739473849" sldId="256"/>
            <ac:spMk id="3" creationId="{671B8359-DE25-A286-53CB-9CE72880F0A9}"/>
          </ac:spMkLst>
        </pc:spChg>
        <pc:spChg chg="add mod">
          <ac:chgData name="NATALIA MARIA ACEVEDO PRINS" userId="3b821ef4-8a6e-4c43-999f-7e55c7d6f3d1" providerId="ADAL" clId="{9BBB801D-DBA5-5D87-8C70-2FEEE205F0B2}" dt="2026-03-05T19:16:33.493" v="1151" actId="20577"/>
          <ac:spMkLst>
            <pc:docMk/>
            <pc:sldMk cId="3739473849" sldId="256"/>
            <ac:spMk id="5" creationId="{7B06803E-7BC4-BBCA-DB5F-4555E5087828}"/>
          </ac:spMkLst>
        </pc:spChg>
        <pc:spChg chg="add mod">
          <ac:chgData name="NATALIA MARIA ACEVEDO PRINS" userId="3b821ef4-8a6e-4c43-999f-7e55c7d6f3d1" providerId="ADAL" clId="{9BBB801D-DBA5-5D87-8C70-2FEEE205F0B2}" dt="2026-03-05T19:15:17.145" v="1132"/>
          <ac:spMkLst>
            <pc:docMk/>
            <pc:sldMk cId="3739473849" sldId="256"/>
            <ac:spMk id="6" creationId="{D14D5157-FCBB-0B77-88C7-552A8AA66707}"/>
          </ac:spMkLst>
        </pc:spChg>
        <pc:spChg chg="add mod">
          <ac:chgData name="NATALIA MARIA ACEVEDO PRINS" userId="3b821ef4-8a6e-4c43-999f-7e55c7d6f3d1" providerId="ADAL" clId="{9BBB801D-DBA5-5D87-8C70-2FEEE205F0B2}" dt="2026-03-05T19:15:25.499" v="1133"/>
          <ac:spMkLst>
            <pc:docMk/>
            <pc:sldMk cId="3739473849" sldId="256"/>
            <ac:spMk id="7" creationId="{88534498-B1C6-7713-5DFA-83C8CC87DA08}"/>
          </ac:spMkLst>
        </pc:spChg>
        <pc:spChg chg="add mod">
          <ac:chgData name="NATALIA MARIA ACEVEDO PRINS" userId="3b821ef4-8a6e-4c43-999f-7e55c7d6f3d1" providerId="ADAL" clId="{9BBB801D-DBA5-5D87-8C70-2FEEE205F0B2}" dt="2026-03-05T19:15:30.122" v="1135" actId="1076"/>
          <ac:spMkLst>
            <pc:docMk/>
            <pc:sldMk cId="3739473849" sldId="256"/>
            <ac:spMk id="8" creationId="{8B68955A-0256-3758-C563-F9AE38C1C8B1}"/>
          </ac:spMkLst>
        </pc:spChg>
      </pc:sldChg>
      <pc:sldChg chg="addSp delSp modSp mod">
        <pc:chgData name="NATALIA MARIA ACEVEDO PRINS" userId="3b821ef4-8a6e-4c43-999f-7e55c7d6f3d1" providerId="ADAL" clId="{9BBB801D-DBA5-5D87-8C70-2FEEE205F0B2}" dt="2026-03-05T19:40:53.946" v="1562" actId="1076"/>
        <pc:sldMkLst>
          <pc:docMk/>
          <pc:sldMk cId="451624820" sldId="257"/>
        </pc:sldMkLst>
        <pc:spChg chg="mod">
          <ac:chgData name="NATALIA MARIA ACEVEDO PRINS" userId="3b821ef4-8a6e-4c43-999f-7e55c7d6f3d1" providerId="ADAL" clId="{9BBB801D-DBA5-5D87-8C70-2FEEE205F0B2}" dt="2026-03-05T19:32:11.912" v="1348" actId="20577"/>
          <ac:spMkLst>
            <pc:docMk/>
            <pc:sldMk cId="451624820" sldId="257"/>
            <ac:spMk id="2" creationId="{B91FCF29-DAF7-C3AE-00A3-5741059AED5C}"/>
          </ac:spMkLst>
        </pc:spChg>
        <pc:spChg chg="del mod">
          <ac:chgData name="NATALIA MARIA ACEVEDO PRINS" userId="3b821ef4-8a6e-4c43-999f-7e55c7d6f3d1" providerId="ADAL" clId="{9BBB801D-DBA5-5D87-8C70-2FEEE205F0B2}" dt="2026-03-05T19:38:30.445" v="1499" actId="478"/>
          <ac:spMkLst>
            <pc:docMk/>
            <pc:sldMk cId="451624820" sldId="257"/>
            <ac:spMk id="3" creationId="{366EF475-A9A2-A422-C37A-74F74CD882E0}"/>
          </ac:spMkLst>
        </pc:spChg>
        <pc:spChg chg="add">
          <ac:chgData name="NATALIA MARIA ACEVEDO PRINS" userId="3b821ef4-8a6e-4c43-999f-7e55c7d6f3d1" providerId="ADAL" clId="{9BBB801D-DBA5-5D87-8C70-2FEEE205F0B2}" dt="2026-03-05T15:57:48.982" v="73"/>
          <ac:spMkLst>
            <pc:docMk/>
            <pc:sldMk cId="451624820" sldId="257"/>
            <ac:spMk id="4" creationId="{1A497B0C-462E-DCCE-E8B4-BFD3AB2F8BCF}"/>
          </ac:spMkLst>
        </pc:spChg>
        <pc:spChg chg="add del mod">
          <ac:chgData name="NATALIA MARIA ACEVEDO PRINS" userId="3b821ef4-8a6e-4c43-999f-7e55c7d6f3d1" providerId="ADAL" clId="{9BBB801D-DBA5-5D87-8C70-2FEEE205F0B2}" dt="2026-03-05T15:58:38.573" v="87"/>
          <ac:spMkLst>
            <pc:docMk/>
            <pc:sldMk cId="451624820" sldId="257"/>
            <ac:spMk id="5" creationId="{41FFBD4D-32CA-215E-0698-407176F115BB}"/>
          </ac:spMkLst>
        </pc:spChg>
        <pc:spChg chg="add mod">
          <ac:chgData name="NATALIA MARIA ACEVEDO PRINS" userId="3b821ef4-8a6e-4c43-999f-7e55c7d6f3d1" providerId="ADAL" clId="{9BBB801D-DBA5-5D87-8C70-2FEEE205F0B2}" dt="2026-03-05T19:31:21.803" v="1335"/>
          <ac:spMkLst>
            <pc:docMk/>
            <pc:sldMk cId="451624820" sldId="257"/>
            <ac:spMk id="6" creationId="{AAA07835-F47D-D725-BB54-65DDFE217D98}"/>
          </ac:spMkLst>
        </pc:spChg>
        <pc:spChg chg="add mod">
          <ac:chgData name="NATALIA MARIA ACEVEDO PRINS" userId="3b821ef4-8a6e-4c43-999f-7e55c7d6f3d1" providerId="ADAL" clId="{9BBB801D-DBA5-5D87-8C70-2FEEE205F0B2}" dt="2026-03-05T19:31:26.067" v="1337" actId="1076"/>
          <ac:spMkLst>
            <pc:docMk/>
            <pc:sldMk cId="451624820" sldId="257"/>
            <ac:spMk id="7" creationId="{73F3A652-4DB2-065D-F1A2-48CA35C5C5FD}"/>
          </ac:spMkLst>
        </pc:spChg>
        <pc:spChg chg="add mod">
          <ac:chgData name="NATALIA MARIA ACEVEDO PRINS" userId="3b821ef4-8a6e-4c43-999f-7e55c7d6f3d1" providerId="ADAL" clId="{9BBB801D-DBA5-5D87-8C70-2FEEE205F0B2}" dt="2026-03-05T19:40:53.946" v="1562" actId="1076"/>
          <ac:spMkLst>
            <pc:docMk/>
            <pc:sldMk cId="451624820" sldId="257"/>
            <ac:spMk id="9" creationId="{ADA95CEC-F006-1933-3691-932D6777EB6D}"/>
          </ac:spMkLst>
        </pc:spChg>
        <pc:spChg chg="add mod">
          <ac:chgData name="NATALIA MARIA ACEVEDO PRINS" userId="3b821ef4-8a6e-4c43-999f-7e55c7d6f3d1" providerId="ADAL" clId="{9BBB801D-DBA5-5D87-8C70-2FEEE205F0B2}" dt="2026-03-05T19:40:53.946" v="1562" actId="1076"/>
          <ac:spMkLst>
            <pc:docMk/>
            <pc:sldMk cId="451624820" sldId="257"/>
            <ac:spMk id="11" creationId="{8E111140-48FC-3A89-EFF7-B6E8EECF6E39}"/>
          </ac:spMkLst>
        </pc:spChg>
        <pc:spChg chg="add mod">
          <ac:chgData name="NATALIA MARIA ACEVEDO PRINS" userId="3b821ef4-8a6e-4c43-999f-7e55c7d6f3d1" providerId="ADAL" clId="{9BBB801D-DBA5-5D87-8C70-2FEEE205F0B2}" dt="2026-03-05T19:40:53.946" v="1562" actId="1076"/>
          <ac:spMkLst>
            <pc:docMk/>
            <pc:sldMk cId="451624820" sldId="257"/>
            <ac:spMk id="13" creationId="{E3E74BA1-5F28-BC23-A3CA-8A5938077DB0}"/>
          </ac:spMkLst>
        </pc:spChg>
        <pc:spChg chg="add mod">
          <ac:chgData name="NATALIA MARIA ACEVEDO PRINS" userId="3b821ef4-8a6e-4c43-999f-7e55c7d6f3d1" providerId="ADAL" clId="{9BBB801D-DBA5-5D87-8C70-2FEEE205F0B2}" dt="2026-03-05T19:40:40.616" v="1560" actId="17032"/>
          <ac:spMkLst>
            <pc:docMk/>
            <pc:sldMk cId="451624820" sldId="257"/>
            <ac:spMk id="24" creationId="{A3D6942A-30B2-879A-3F2D-A17C9C5A7D8F}"/>
          </ac:spMkLst>
        </pc:spChg>
        <pc:spChg chg="add del mod">
          <ac:chgData name="NATALIA MARIA ACEVEDO PRINS" userId="3b821ef4-8a6e-4c43-999f-7e55c7d6f3d1" providerId="ADAL" clId="{9BBB801D-DBA5-5D87-8C70-2FEEE205F0B2}" dt="2026-03-05T19:37:59.088" v="1488" actId="22"/>
          <ac:spMkLst>
            <pc:docMk/>
            <pc:sldMk cId="451624820" sldId="257"/>
            <ac:spMk id="26" creationId="{0617FF13-38B4-0830-4352-92F8FA2C7DA4}"/>
          </ac:spMkLst>
        </pc:spChg>
        <pc:spChg chg="add mod">
          <ac:chgData name="NATALIA MARIA ACEVEDO PRINS" userId="3b821ef4-8a6e-4c43-999f-7e55c7d6f3d1" providerId="ADAL" clId="{9BBB801D-DBA5-5D87-8C70-2FEEE205F0B2}" dt="2026-03-05T19:40:16.042" v="1555" actId="1076"/>
          <ac:spMkLst>
            <pc:docMk/>
            <pc:sldMk cId="451624820" sldId="257"/>
            <ac:spMk id="28" creationId="{66327BC0-4A65-820C-0D11-05261DDE8D78}"/>
          </ac:spMkLst>
        </pc:spChg>
        <pc:spChg chg="add mod">
          <ac:chgData name="NATALIA MARIA ACEVEDO PRINS" userId="3b821ef4-8a6e-4c43-999f-7e55c7d6f3d1" providerId="ADAL" clId="{9BBB801D-DBA5-5D87-8C70-2FEEE205F0B2}" dt="2026-03-05T19:40:20.252" v="1557" actId="1076"/>
          <ac:spMkLst>
            <pc:docMk/>
            <pc:sldMk cId="451624820" sldId="257"/>
            <ac:spMk id="30" creationId="{4481FF63-E63B-4C0F-5AD5-75CF31C029E4}"/>
          </ac:spMkLst>
        </pc:spChg>
        <pc:spChg chg="add mod">
          <ac:chgData name="NATALIA MARIA ACEVEDO PRINS" userId="3b821ef4-8a6e-4c43-999f-7e55c7d6f3d1" providerId="ADAL" clId="{9BBB801D-DBA5-5D87-8C70-2FEEE205F0B2}" dt="2026-03-05T19:40:47.205" v="1561" actId="1076"/>
          <ac:spMkLst>
            <pc:docMk/>
            <pc:sldMk cId="451624820" sldId="257"/>
            <ac:spMk id="32" creationId="{3D53EC93-B679-B167-C35D-2DC73B874186}"/>
          </ac:spMkLst>
        </pc:spChg>
        <pc:spChg chg="add del mod">
          <ac:chgData name="NATALIA MARIA ACEVEDO PRINS" userId="3b821ef4-8a6e-4c43-999f-7e55c7d6f3d1" providerId="ADAL" clId="{9BBB801D-DBA5-5D87-8C70-2FEEE205F0B2}" dt="2026-03-05T19:38:34.699" v="1500" actId="478"/>
          <ac:spMkLst>
            <pc:docMk/>
            <pc:sldMk cId="451624820" sldId="257"/>
            <ac:spMk id="34" creationId="{13B71611-DDB4-7B5B-74D8-0499E3022061}"/>
          </ac:spMkLst>
        </pc:spChg>
        <pc:spChg chg="add del mod">
          <ac:chgData name="NATALIA MARIA ACEVEDO PRINS" userId="3b821ef4-8a6e-4c43-999f-7e55c7d6f3d1" providerId="ADAL" clId="{9BBB801D-DBA5-5D87-8C70-2FEEE205F0B2}" dt="2026-03-05T19:39:24.116" v="1539"/>
          <ac:spMkLst>
            <pc:docMk/>
            <pc:sldMk cId="451624820" sldId="257"/>
            <ac:spMk id="35" creationId="{6AC2C0EA-20FD-C733-9AC7-B486162CA380}"/>
          </ac:spMkLst>
        </pc:spChg>
        <pc:cxnChg chg="add mod">
          <ac:chgData name="NATALIA MARIA ACEVEDO PRINS" userId="3b821ef4-8a6e-4c43-999f-7e55c7d6f3d1" providerId="ADAL" clId="{9BBB801D-DBA5-5D87-8C70-2FEEE205F0B2}" dt="2026-03-05T19:40:53.946" v="1562" actId="1076"/>
          <ac:cxnSpMkLst>
            <pc:docMk/>
            <pc:sldMk cId="451624820" sldId="257"/>
            <ac:cxnSpMk id="15" creationId="{41BBFF12-CE32-D2CA-A98E-8AABAD81F46D}"/>
          </ac:cxnSpMkLst>
        </pc:cxnChg>
        <pc:cxnChg chg="add mod">
          <ac:chgData name="NATALIA MARIA ACEVEDO PRINS" userId="3b821ef4-8a6e-4c43-999f-7e55c7d6f3d1" providerId="ADAL" clId="{9BBB801D-DBA5-5D87-8C70-2FEEE205F0B2}" dt="2026-03-05T19:40:53.946" v="1562" actId="1076"/>
          <ac:cxnSpMkLst>
            <pc:docMk/>
            <pc:sldMk cId="451624820" sldId="257"/>
            <ac:cxnSpMk id="17" creationId="{3C2E7B32-36CB-D0B7-410D-3994DEA392B1}"/>
          </ac:cxnSpMkLst>
        </pc:cxnChg>
      </pc:sldChg>
      <pc:sldChg chg="addSp delSp modSp new mod">
        <pc:chgData name="NATALIA MARIA ACEVEDO PRINS" userId="3b821ef4-8a6e-4c43-999f-7e55c7d6f3d1" providerId="ADAL" clId="{9BBB801D-DBA5-5D87-8C70-2FEEE205F0B2}" dt="2026-03-05T19:46:10.841" v="1626" actId="1076"/>
        <pc:sldMkLst>
          <pc:docMk/>
          <pc:sldMk cId="2982250502" sldId="258"/>
        </pc:sldMkLst>
        <pc:spChg chg="mod">
          <ac:chgData name="NATALIA MARIA ACEVEDO PRINS" userId="3b821ef4-8a6e-4c43-999f-7e55c7d6f3d1" providerId="ADAL" clId="{9BBB801D-DBA5-5D87-8C70-2FEEE205F0B2}" dt="2026-03-05T19:46:10.841" v="1626" actId="1076"/>
          <ac:spMkLst>
            <pc:docMk/>
            <pc:sldMk cId="2982250502" sldId="258"/>
            <ac:spMk id="2" creationId="{553207C2-5EFA-FB55-2C95-49B7926448A4}"/>
          </ac:spMkLst>
        </pc:spChg>
        <pc:spChg chg="add del mod">
          <ac:chgData name="NATALIA MARIA ACEVEDO PRINS" userId="3b821ef4-8a6e-4c43-999f-7e55c7d6f3d1" providerId="ADAL" clId="{9BBB801D-DBA5-5D87-8C70-2FEEE205F0B2}" dt="2026-03-05T19:44:34.886" v="1610" actId="21"/>
          <ac:spMkLst>
            <pc:docMk/>
            <pc:sldMk cId="2982250502" sldId="258"/>
            <ac:spMk id="3" creationId="{58B3A045-4659-5F2B-5765-C1C7AE82F4DB}"/>
          </ac:spMkLst>
        </pc:spChg>
        <pc:spChg chg="add mod">
          <ac:chgData name="NATALIA MARIA ACEVEDO PRINS" userId="3b821ef4-8a6e-4c43-999f-7e55c7d6f3d1" providerId="ADAL" clId="{9BBB801D-DBA5-5D87-8C70-2FEEE205F0B2}" dt="2026-03-05T16:00:00.217" v="93"/>
          <ac:spMkLst>
            <pc:docMk/>
            <pc:sldMk cId="2982250502" sldId="258"/>
            <ac:spMk id="4" creationId="{E0D54501-E67B-E1C5-27E5-D1EBC372B829}"/>
          </ac:spMkLst>
        </pc:spChg>
        <pc:spChg chg="add mod">
          <ac:chgData name="NATALIA MARIA ACEVEDO PRINS" userId="3b821ef4-8a6e-4c43-999f-7e55c7d6f3d1" providerId="ADAL" clId="{9BBB801D-DBA5-5D87-8C70-2FEEE205F0B2}" dt="2026-03-05T16:00:11.481" v="95"/>
          <ac:spMkLst>
            <pc:docMk/>
            <pc:sldMk cId="2982250502" sldId="258"/>
            <ac:spMk id="5" creationId="{3D0A1E4C-8318-2F67-0B38-6591564483B5}"/>
          </ac:spMkLst>
        </pc:spChg>
        <pc:spChg chg="add del mod">
          <ac:chgData name="NATALIA MARIA ACEVEDO PRINS" userId="3b821ef4-8a6e-4c43-999f-7e55c7d6f3d1" providerId="ADAL" clId="{9BBB801D-DBA5-5D87-8C70-2FEEE205F0B2}" dt="2026-03-05T19:41:39.166" v="1567" actId="478"/>
          <ac:spMkLst>
            <pc:docMk/>
            <pc:sldMk cId="2982250502" sldId="258"/>
            <ac:spMk id="7" creationId="{0E880154-CB7C-6228-BBAC-C7D6421CEED6}"/>
          </ac:spMkLst>
        </pc:spChg>
        <pc:spChg chg="add mod">
          <ac:chgData name="NATALIA MARIA ACEVEDO PRINS" userId="3b821ef4-8a6e-4c43-999f-7e55c7d6f3d1" providerId="ADAL" clId="{9BBB801D-DBA5-5D87-8C70-2FEEE205F0B2}" dt="2026-03-05T19:44:58.983" v="1617" actId="1076"/>
          <ac:spMkLst>
            <pc:docMk/>
            <pc:sldMk cId="2982250502" sldId="258"/>
            <ac:spMk id="9" creationId="{D32406DC-2A17-0E9C-2AA7-F9F251FB5F99}"/>
          </ac:spMkLst>
        </pc:spChg>
        <pc:spChg chg="add mod">
          <ac:chgData name="NATALIA MARIA ACEVEDO PRINS" userId="3b821ef4-8a6e-4c43-999f-7e55c7d6f3d1" providerId="ADAL" clId="{9BBB801D-DBA5-5D87-8C70-2FEEE205F0B2}" dt="2026-03-05T19:42:18.675" v="1575"/>
          <ac:spMkLst>
            <pc:docMk/>
            <pc:sldMk cId="2982250502" sldId="258"/>
            <ac:spMk id="10" creationId="{C81D0346-7A2B-4137-57FE-FB282DDB8AEF}"/>
          </ac:spMkLst>
        </pc:spChg>
        <pc:spChg chg="add mod">
          <ac:chgData name="NATALIA MARIA ACEVEDO PRINS" userId="3b821ef4-8a6e-4c43-999f-7e55c7d6f3d1" providerId="ADAL" clId="{9BBB801D-DBA5-5D87-8C70-2FEEE205F0B2}" dt="2026-03-05T19:45:19.554" v="1620" actId="20577"/>
          <ac:spMkLst>
            <pc:docMk/>
            <pc:sldMk cId="2982250502" sldId="258"/>
            <ac:spMk id="12" creationId="{6B919559-4EAF-E9C1-ABA2-68EB962272EE}"/>
          </ac:spMkLst>
        </pc:spChg>
        <pc:spChg chg="add del mod">
          <ac:chgData name="NATALIA MARIA ACEVEDO PRINS" userId="3b821ef4-8a6e-4c43-999f-7e55c7d6f3d1" providerId="ADAL" clId="{9BBB801D-DBA5-5D87-8C70-2FEEE205F0B2}" dt="2026-03-05T19:44:44.940" v="1612" actId="478"/>
          <ac:spMkLst>
            <pc:docMk/>
            <pc:sldMk cId="2982250502" sldId="258"/>
            <ac:spMk id="14" creationId="{14A83381-571B-86DC-71E5-6853C6D532F4}"/>
          </ac:spMkLst>
        </pc:spChg>
        <pc:spChg chg="add mod">
          <ac:chgData name="NATALIA MARIA ACEVEDO PRINS" userId="3b821ef4-8a6e-4c43-999f-7e55c7d6f3d1" providerId="ADAL" clId="{9BBB801D-DBA5-5D87-8C70-2FEEE205F0B2}" dt="2026-03-05T19:44:53.569" v="1615" actId="1076"/>
          <ac:spMkLst>
            <pc:docMk/>
            <pc:sldMk cId="2982250502" sldId="258"/>
            <ac:spMk id="15" creationId="{96FAA737-B7F5-C463-E466-E9C4125DC9F3}"/>
          </ac:spMkLst>
        </pc:spChg>
      </pc:sldChg>
      <pc:sldChg chg="addSp delSp modSp new mod">
        <pc:chgData name="NATALIA MARIA ACEVEDO PRINS" userId="3b821ef4-8a6e-4c43-999f-7e55c7d6f3d1" providerId="ADAL" clId="{9BBB801D-DBA5-5D87-8C70-2FEEE205F0B2}" dt="2026-03-05T19:56:05.261" v="1809" actId="14100"/>
        <pc:sldMkLst>
          <pc:docMk/>
          <pc:sldMk cId="4032759644" sldId="259"/>
        </pc:sldMkLst>
        <pc:spChg chg="mod">
          <ac:chgData name="NATALIA MARIA ACEVEDO PRINS" userId="3b821ef4-8a6e-4c43-999f-7e55c7d6f3d1" providerId="ADAL" clId="{9BBB801D-DBA5-5D87-8C70-2FEEE205F0B2}" dt="2026-03-05T19:56:05.261" v="1809" actId="14100"/>
          <ac:spMkLst>
            <pc:docMk/>
            <pc:sldMk cId="4032759644" sldId="259"/>
            <ac:spMk id="2" creationId="{ADF935B2-2317-4552-874A-0F0B1308435E}"/>
          </ac:spMkLst>
        </pc:spChg>
        <pc:spChg chg="del mod">
          <ac:chgData name="NATALIA MARIA ACEVEDO PRINS" userId="3b821ef4-8a6e-4c43-999f-7e55c7d6f3d1" providerId="ADAL" clId="{9BBB801D-DBA5-5D87-8C70-2FEEE205F0B2}" dt="2026-03-05T16:20:05.646" v="297" actId="478"/>
          <ac:spMkLst>
            <pc:docMk/>
            <pc:sldMk cId="4032759644" sldId="259"/>
            <ac:spMk id="3" creationId="{89A082C6-C043-A947-618B-7E6843469BC8}"/>
          </ac:spMkLst>
        </pc:spChg>
        <pc:spChg chg="add">
          <ac:chgData name="NATALIA MARIA ACEVEDO PRINS" userId="3b821ef4-8a6e-4c43-999f-7e55c7d6f3d1" providerId="ADAL" clId="{9BBB801D-DBA5-5D87-8C70-2FEEE205F0B2}" dt="2026-03-05T16:19:52.486" v="293"/>
          <ac:spMkLst>
            <pc:docMk/>
            <pc:sldMk cId="4032759644" sldId="259"/>
            <ac:spMk id="4" creationId="{11F47DFD-6B07-A0E5-4D5C-5B923D30F9A6}"/>
          </ac:spMkLst>
        </pc:spChg>
        <pc:spChg chg="add del mod">
          <ac:chgData name="NATALIA MARIA ACEVEDO PRINS" userId="3b821ef4-8a6e-4c43-999f-7e55c7d6f3d1" providerId="ADAL" clId="{9BBB801D-DBA5-5D87-8C70-2FEEE205F0B2}" dt="2026-03-05T19:48:53.165" v="1706" actId="21"/>
          <ac:spMkLst>
            <pc:docMk/>
            <pc:sldMk cId="4032759644" sldId="259"/>
            <ac:spMk id="6" creationId="{2AAB2085-B4DE-8019-60AF-C3649B4F722F}"/>
          </ac:spMkLst>
        </pc:spChg>
        <pc:spChg chg="add del mod">
          <ac:chgData name="NATALIA MARIA ACEVEDO PRINS" userId="3b821ef4-8a6e-4c43-999f-7e55c7d6f3d1" providerId="ADAL" clId="{9BBB801D-DBA5-5D87-8C70-2FEEE205F0B2}" dt="2026-03-05T19:51:13.745" v="1734" actId="478"/>
          <ac:spMkLst>
            <pc:docMk/>
            <pc:sldMk cId="4032759644" sldId="259"/>
            <ac:spMk id="7" creationId="{951CBD0D-8A4A-4B5F-A280-AD6FA9C9DA13}"/>
          </ac:spMkLst>
        </pc:spChg>
        <pc:spChg chg="add mod">
          <ac:chgData name="NATALIA MARIA ACEVEDO PRINS" userId="3b821ef4-8a6e-4c43-999f-7e55c7d6f3d1" providerId="ADAL" clId="{9BBB801D-DBA5-5D87-8C70-2FEEE205F0B2}" dt="2026-03-05T19:45:57.248" v="1623" actId="108"/>
          <ac:spMkLst>
            <pc:docMk/>
            <pc:sldMk cId="4032759644" sldId="259"/>
            <ac:spMk id="8" creationId="{73243F6A-4671-97F2-523C-495C51A56C30}"/>
          </ac:spMkLst>
        </pc:spChg>
        <pc:spChg chg="add mod">
          <ac:chgData name="NATALIA MARIA ACEVEDO PRINS" userId="3b821ef4-8a6e-4c43-999f-7e55c7d6f3d1" providerId="ADAL" clId="{9BBB801D-DBA5-5D87-8C70-2FEEE205F0B2}" dt="2026-03-05T19:46:03.274" v="1625" actId="1076"/>
          <ac:spMkLst>
            <pc:docMk/>
            <pc:sldMk cId="4032759644" sldId="259"/>
            <ac:spMk id="9" creationId="{66228D09-65F4-8009-330F-1A1FF91DBDE6}"/>
          </ac:spMkLst>
        </pc:spChg>
        <pc:spChg chg="add mod">
          <ac:chgData name="NATALIA MARIA ACEVEDO PRINS" userId="3b821ef4-8a6e-4c43-999f-7e55c7d6f3d1" providerId="ADAL" clId="{9BBB801D-DBA5-5D87-8C70-2FEEE205F0B2}" dt="2026-03-05T19:55:31.995" v="1804" actId="20577"/>
          <ac:spMkLst>
            <pc:docMk/>
            <pc:sldMk cId="4032759644" sldId="259"/>
            <ac:spMk id="11" creationId="{34EB7993-C3E9-318E-EB65-9F0180893FD6}"/>
          </ac:spMkLst>
        </pc:spChg>
        <pc:spChg chg="add del mod">
          <ac:chgData name="NATALIA MARIA ACEVEDO PRINS" userId="3b821ef4-8a6e-4c43-999f-7e55c7d6f3d1" providerId="ADAL" clId="{9BBB801D-DBA5-5D87-8C70-2FEEE205F0B2}" dt="2026-03-05T19:49:06.425" v="1710" actId="478"/>
          <ac:spMkLst>
            <pc:docMk/>
            <pc:sldMk cId="4032759644" sldId="259"/>
            <ac:spMk id="13" creationId="{CD189ABA-FBB4-3378-AE46-3B54ACB0E6C7}"/>
          </ac:spMkLst>
        </pc:spChg>
        <pc:spChg chg="add mod">
          <ac:chgData name="NATALIA MARIA ACEVEDO PRINS" userId="3b821ef4-8a6e-4c43-999f-7e55c7d6f3d1" providerId="ADAL" clId="{9BBB801D-DBA5-5D87-8C70-2FEEE205F0B2}" dt="2026-03-05T19:55:07.726" v="1797" actId="20577"/>
          <ac:spMkLst>
            <pc:docMk/>
            <pc:sldMk cId="4032759644" sldId="259"/>
            <ac:spMk id="15" creationId="{D9B41C79-0083-0C6B-8032-EEB7171455E0}"/>
          </ac:spMkLst>
        </pc:spChg>
        <pc:spChg chg="add mod">
          <ac:chgData name="NATALIA MARIA ACEVEDO PRINS" userId="3b821ef4-8a6e-4c43-999f-7e55c7d6f3d1" providerId="ADAL" clId="{9BBB801D-DBA5-5D87-8C70-2FEEE205F0B2}" dt="2026-03-05T19:55:56.590" v="1807" actId="20577"/>
          <ac:spMkLst>
            <pc:docMk/>
            <pc:sldMk cId="4032759644" sldId="259"/>
            <ac:spMk id="17" creationId="{A612B09C-5BA9-8D29-CC52-95009A72C85E}"/>
          </ac:spMkLst>
        </pc:spChg>
        <pc:picChg chg="add">
          <ac:chgData name="NATALIA MARIA ACEVEDO PRINS" userId="3b821ef4-8a6e-4c43-999f-7e55c7d6f3d1" providerId="ADAL" clId="{9BBB801D-DBA5-5D87-8C70-2FEEE205F0B2}" dt="2026-03-05T16:19:52.486" v="293"/>
          <ac:picMkLst>
            <pc:docMk/>
            <pc:sldMk cId="4032759644" sldId="259"/>
            <ac:picMk id="3074" creationId="{03C2A9DF-EDA8-DA68-B3BA-B9E5CBE2679A}"/>
          </ac:picMkLst>
        </pc:picChg>
        <pc:picChg chg="add">
          <ac:chgData name="NATALIA MARIA ACEVEDO PRINS" userId="3b821ef4-8a6e-4c43-999f-7e55c7d6f3d1" providerId="ADAL" clId="{9BBB801D-DBA5-5D87-8C70-2FEEE205F0B2}" dt="2026-03-05T16:19:52.486" v="293"/>
          <ac:picMkLst>
            <pc:docMk/>
            <pc:sldMk cId="4032759644" sldId="259"/>
            <ac:picMk id="3075" creationId="{C726B3DA-7900-7F5B-B6D2-7D68C16488FB}"/>
          </ac:picMkLst>
        </pc:picChg>
      </pc:sldChg>
      <pc:sldChg chg="addSp delSp modSp new mod">
        <pc:chgData name="NATALIA MARIA ACEVEDO PRINS" userId="3b821ef4-8a6e-4c43-999f-7e55c7d6f3d1" providerId="ADAL" clId="{9BBB801D-DBA5-5D87-8C70-2FEEE205F0B2}" dt="2026-03-05T20:24:20.034" v="2298" actId="14100"/>
        <pc:sldMkLst>
          <pc:docMk/>
          <pc:sldMk cId="1492216247" sldId="260"/>
        </pc:sldMkLst>
        <pc:spChg chg="mod">
          <ac:chgData name="NATALIA MARIA ACEVEDO PRINS" userId="3b821ef4-8a6e-4c43-999f-7e55c7d6f3d1" providerId="ADAL" clId="{9BBB801D-DBA5-5D87-8C70-2FEEE205F0B2}" dt="2026-03-05T20:20:51.129" v="2246" actId="1076"/>
          <ac:spMkLst>
            <pc:docMk/>
            <pc:sldMk cId="1492216247" sldId="260"/>
            <ac:spMk id="2" creationId="{253F26C8-914A-B34D-0926-D182E50AE192}"/>
          </ac:spMkLst>
        </pc:spChg>
        <pc:spChg chg="del mod">
          <ac:chgData name="NATALIA MARIA ACEVEDO PRINS" userId="3b821ef4-8a6e-4c43-999f-7e55c7d6f3d1" providerId="ADAL" clId="{9BBB801D-DBA5-5D87-8C70-2FEEE205F0B2}" dt="2026-03-05T20:18:37.978" v="2205" actId="478"/>
          <ac:spMkLst>
            <pc:docMk/>
            <pc:sldMk cId="1492216247" sldId="260"/>
            <ac:spMk id="3" creationId="{0B3C7B90-2F84-F1E1-466D-B229B8E21088}"/>
          </ac:spMkLst>
        </pc:spChg>
        <pc:spChg chg="add del mod">
          <ac:chgData name="NATALIA MARIA ACEVEDO PRINS" userId="3b821ef4-8a6e-4c43-999f-7e55c7d6f3d1" providerId="ADAL" clId="{9BBB801D-DBA5-5D87-8C70-2FEEE205F0B2}" dt="2026-03-05T20:20:22.928" v="2239" actId="478"/>
          <ac:spMkLst>
            <pc:docMk/>
            <pc:sldMk cId="1492216247" sldId="260"/>
            <ac:spMk id="5" creationId="{3B16BAE5-5C93-D86B-14C0-0EB59F330892}"/>
          </ac:spMkLst>
        </pc:spChg>
        <pc:spChg chg="add mod">
          <ac:chgData name="NATALIA MARIA ACEVEDO PRINS" userId="3b821ef4-8a6e-4c43-999f-7e55c7d6f3d1" providerId="ADAL" clId="{9BBB801D-DBA5-5D87-8C70-2FEEE205F0B2}" dt="2026-03-05T20:23:13.896" v="2279" actId="14100"/>
          <ac:spMkLst>
            <pc:docMk/>
            <pc:sldMk cId="1492216247" sldId="260"/>
            <ac:spMk id="7" creationId="{21659C1B-18C8-6966-C27F-BF06181B2FB7}"/>
          </ac:spMkLst>
        </pc:spChg>
        <pc:spChg chg="add mod">
          <ac:chgData name="NATALIA MARIA ACEVEDO PRINS" userId="3b821ef4-8a6e-4c43-999f-7e55c7d6f3d1" providerId="ADAL" clId="{9BBB801D-DBA5-5D87-8C70-2FEEE205F0B2}" dt="2026-03-05T20:23:20.738" v="2280" actId="1076"/>
          <ac:spMkLst>
            <pc:docMk/>
            <pc:sldMk cId="1492216247" sldId="260"/>
            <ac:spMk id="9" creationId="{E5C373AD-2008-F0D4-3D52-A9E174F0546B}"/>
          </ac:spMkLst>
        </pc:spChg>
        <pc:spChg chg="add mod">
          <ac:chgData name="NATALIA MARIA ACEVEDO PRINS" userId="3b821ef4-8a6e-4c43-999f-7e55c7d6f3d1" providerId="ADAL" clId="{9BBB801D-DBA5-5D87-8C70-2FEEE205F0B2}" dt="2026-03-05T20:24:16.748" v="2297" actId="14100"/>
          <ac:spMkLst>
            <pc:docMk/>
            <pc:sldMk cId="1492216247" sldId="260"/>
            <ac:spMk id="11" creationId="{D4A83F3A-4027-7705-0C1D-C1AB189DD958}"/>
          </ac:spMkLst>
        </pc:spChg>
        <pc:spChg chg="add mod">
          <ac:chgData name="NATALIA MARIA ACEVEDO PRINS" userId="3b821ef4-8a6e-4c43-999f-7e55c7d6f3d1" providerId="ADAL" clId="{9BBB801D-DBA5-5D87-8C70-2FEEE205F0B2}" dt="2026-03-05T20:24:20.034" v="2298" actId="14100"/>
          <ac:spMkLst>
            <pc:docMk/>
            <pc:sldMk cId="1492216247" sldId="260"/>
            <ac:spMk id="13" creationId="{8B27EEC0-F457-4CCD-A04D-B65200C137D2}"/>
          </ac:spMkLst>
        </pc:spChg>
        <pc:spChg chg="add del mod">
          <ac:chgData name="NATALIA MARIA ACEVEDO PRINS" userId="3b821ef4-8a6e-4c43-999f-7e55c7d6f3d1" providerId="ADAL" clId="{9BBB801D-DBA5-5D87-8C70-2FEEE205F0B2}" dt="2026-03-05T20:20:25.898" v="2240" actId="478"/>
          <ac:spMkLst>
            <pc:docMk/>
            <pc:sldMk cId="1492216247" sldId="260"/>
            <ac:spMk id="15" creationId="{E9201DA1-2933-730B-17A0-D73B99C61648}"/>
          </ac:spMkLst>
        </pc:spChg>
        <pc:spChg chg="add mod">
          <ac:chgData name="NATALIA MARIA ACEVEDO PRINS" userId="3b821ef4-8a6e-4c43-999f-7e55c7d6f3d1" providerId="ADAL" clId="{9BBB801D-DBA5-5D87-8C70-2FEEE205F0B2}" dt="2026-03-05T20:20:35.466" v="2241"/>
          <ac:spMkLst>
            <pc:docMk/>
            <pc:sldMk cId="1492216247" sldId="260"/>
            <ac:spMk id="16" creationId="{29082C47-C395-0FC8-9D86-389D77BA522B}"/>
          </ac:spMkLst>
        </pc:spChg>
        <pc:spChg chg="add mod">
          <ac:chgData name="NATALIA MARIA ACEVEDO PRINS" userId="3b821ef4-8a6e-4c43-999f-7e55c7d6f3d1" providerId="ADAL" clId="{9BBB801D-DBA5-5D87-8C70-2FEEE205F0B2}" dt="2026-03-05T20:20:40.500" v="2243" actId="1076"/>
          <ac:spMkLst>
            <pc:docMk/>
            <pc:sldMk cId="1492216247" sldId="260"/>
            <ac:spMk id="17" creationId="{49851D58-866B-50CB-3BCC-79FF169930B7}"/>
          </ac:spMkLst>
        </pc:spChg>
        <pc:spChg chg="add mod">
          <ac:chgData name="NATALIA MARIA ACEVEDO PRINS" userId="3b821ef4-8a6e-4c43-999f-7e55c7d6f3d1" providerId="ADAL" clId="{9BBB801D-DBA5-5D87-8C70-2FEEE205F0B2}" dt="2026-03-05T20:23:29.414" v="2282" actId="1076"/>
          <ac:spMkLst>
            <pc:docMk/>
            <pc:sldMk cId="1492216247" sldId="260"/>
            <ac:spMk id="19" creationId="{8805353D-4E4B-19F9-96B2-32AA5327FAF7}"/>
          </ac:spMkLst>
        </pc:spChg>
      </pc:sldChg>
      <pc:sldChg chg="modSp new del mod">
        <pc:chgData name="NATALIA MARIA ACEVEDO PRINS" userId="3b821ef4-8a6e-4c43-999f-7e55c7d6f3d1" providerId="ADAL" clId="{9BBB801D-DBA5-5D87-8C70-2FEEE205F0B2}" dt="2026-03-05T20:18:58.736" v="2210" actId="2696"/>
        <pc:sldMkLst>
          <pc:docMk/>
          <pc:sldMk cId="832761374" sldId="261"/>
        </pc:sldMkLst>
        <pc:spChg chg="mod">
          <ac:chgData name="NATALIA MARIA ACEVEDO PRINS" userId="3b821ef4-8a6e-4c43-999f-7e55c7d6f3d1" providerId="ADAL" clId="{9BBB801D-DBA5-5D87-8C70-2FEEE205F0B2}" dt="2026-03-05T19:04:03.736" v="1031" actId="20577"/>
          <ac:spMkLst>
            <pc:docMk/>
            <pc:sldMk cId="832761374" sldId="261"/>
            <ac:spMk id="2" creationId="{A3274633-FE15-8EAA-FC9D-C0C1A4E6C349}"/>
          </ac:spMkLst>
        </pc:spChg>
        <pc:spChg chg="mod">
          <ac:chgData name="NATALIA MARIA ACEVEDO PRINS" userId="3b821ef4-8a6e-4c43-999f-7e55c7d6f3d1" providerId="ADAL" clId="{9BBB801D-DBA5-5D87-8C70-2FEEE205F0B2}" dt="2026-03-05T20:18:44.635" v="2207" actId="27636"/>
          <ac:spMkLst>
            <pc:docMk/>
            <pc:sldMk cId="832761374" sldId="261"/>
            <ac:spMk id="3" creationId="{DB9C56CA-2E43-CE87-45BC-C4A5A0764F81}"/>
          </ac:spMkLst>
        </pc:spChg>
      </pc:sldChg>
      <pc:sldChg chg="addSp delSp modSp new mod">
        <pc:chgData name="NATALIA MARIA ACEVEDO PRINS" userId="3b821ef4-8a6e-4c43-999f-7e55c7d6f3d1" providerId="ADAL" clId="{9BBB801D-DBA5-5D87-8C70-2FEEE205F0B2}" dt="2026-03-05T20:30:46.855" v="2393" actId="108"/>
        <pc:sldMkLst>
          <pc:docMk/>
          <pc:sldMk cId="3828172503" sldId="262"/>
        </pc:sldMkLst>
        <pc:spChg chg="mod">
          <ac:chgData name="NATALIA MARIA ACEVEDO PRINS" userId="3b821ef4-8a6e-4c43-999f-7e55c7d6f3d1" providerId="ADAL" clId="{9BBB801D-DBA5-5D87-8C70-2FEEE205F0B2}" dt="2026-03-05T20:26:40.358" v="2334" actId="1076"/>
          <ac:spMkLst>
            <pc:docMk/>
            <pc:sldMk cId="3828172503" sldId="262"/>
            <ac:spMk id="2" creationId="{3ADA5D5A-D570-EA4D-97AD-312534AD3DB3}"/>
          </ac:spMkLst>
        </pc:spChg>
        <pc:spChg chg="del mod">
          <ac:chgData name="NATALIA MARIA ACEVEDO PRINS" userId="3b821ef4-8a6e-4c43-999f-7e55c7d6f3d1" providerId="ADAL" clId="{9BBB801D-DBA5-5D87-8C70-2FEEE205F0B2}" dt="2026-03-05T20:26:05.673" v="2325" actId="478"/>
          <ac:spMkLst>
            <pc:docMk/>
            <pc:sldMk cId="3828172503" sldId="262"/>
            <ac:spMk id="3" creationId="{4C891348-5DD2-B083-D79D-A37F4E058E42}"/>
          </ac:spMkLst>
        </pc:spChg>
        <pc:spChg chg="add mod">
          <ac:chgData name="NATALIA MARIA ACEVEDO PRINS" userId="3b821ef4-8a6e-4c43-999f-7e55c7d6f3d1" providerId="ADAL" clId="{9BBB801D-DBA5-5D87-8C70-2FEEE205F0B2}" dt="2026-03-05T20:30:46.855" v="2393" actId="108"/>
          <ac:spMkLst>
            <pc:docMk/>
            <pc:sldMk cId="3828172503" sldId="262"/>
            <ac:spMk id="4" creationId="{B5987199-36CC-79F9-ABE5-5C09E7038241}"/>
          </ac:spMkLst>
        </pc:spChg>
        <pc:spChg chg="add mod">
          <ac:chgData name="NATALIA MARIA ACEVEDO PRINS" userId="3b821ef4-8a6e-4c43-999f-7e55c7d6f3d1" providerId="ADAL" clId="{9BBB801D-DBA5-5D87-8C70-2FEEE205F0B2}" dt="2026-03-05T20:25:26.910" v="2309" actId="1076"/>
          <ac:spMkLst>
            <pc:docMk/>
            <pc:sldMk cId="3828172503" sldId="262"/>
            <ac:spMk id="5" creationId="{6DE7667A-A94C-A3E9-4FDD-3CC872887C24}"/>
          </ac:spMkLst>
        </pc:spChg>
        <pc:spChg chg="add mod">
          <ac:chgData name="NATALIA MARIA ACEVEDO PRINS" userId="3b821ef4-8a6e-4c43-999f-7e55c7d6f3d1" providerId="ADAL" clId="{9BBB801D-DBA5-5D87-8C70-2FEEE205F0B2}" dt="2026-03-05T20:30:14.752" v="2387" actId="122"/>
          <ac:spMkLst>
            <pc:docMk/>
            <pc:sldMk cId="3828172503" sldId="262"/>
            <ac:spMk id="7" creationId="{F5BB0366-0C3E-68E8-E0CD-FDF9DAC41A28}"/>
          </ac:spMkLst>
        </pc:spChg>
        <pc:spChg chg="add mod">
          <ac:chgData name="NATALIA MARIA ACEVEDO PRINS" userId="3b821ef4-8a6e-4c43-999f-7e55c7d6f3d1" providerId="ADAL" clId="{9BBB801D-DBA5-5D87-8C70-2FEEE205F0B2}" dt="2026-03-05T20:30:08.301" v="2386" actId="1076"/>
          <ac:spMkLst>
            <pc:docMk/>
            <pc:sldMk cId="3828172503" sldId="262"/>
            <ac:spMk id="9" creationId="{47F5528C-C82C-728D-4A04-AB50DF4FB384}"/>
          </ac:spMkLst>
        </pc:spChg>
        <pc:spChg chg="add mod">
          <ac:chgData name="NATALIA MARIA ACEVEDO PRINS" userId="3b821ef4-8a6e-4c43-999f-7e55c7d6f3d1" providerId="ADAL" clId="{9BBB801D-DBA5-5D87-8C70-2FEEE205F0B2}" dt="2026-03-05T20:29:55.745" v="2382" actId="403"/>
          <ac:spMkLst>
            <pc:docMk/>
            <pc:sldMk cId="3828172503" sldId="262"/>
            <ac:spMk id="11" creationId="{5DF945FF-2E86-1267-FDD2-CFF3E6DABFB9}"/>
          </ac:spMkLst>
        </pc:spChg>
      </pc:sldChg>
      <pc:sldChg chg="addSp delSp modSp new mod">
        <pc:chgData name="NATALIA MARIA ACEVEDO PRINS" userId="3b821ef4-8a6e-4c43-999f-7e55c7d6f3d1" providerId="ADAL" clId="{9BBB801D-DBA5-5D87-8C70-2FEEE205F0B2}" dt="2026-03-05T20:35:23.045" v="2476" actId="20577"/>
        <pc:sldMkLst>
          <pc:docMk/>
          <pc:sldMk cId="2347374443" sldId="263"/>
        </pc:sldMkLst>
        <pc:spChg chg="mod">
          <ac:chgData name="NATALIA MARIA ACEVEDO PRINS" userId="3b821ef4-8a6e-4c43-999f-7e55c7d6f3d1" providerId="ADAL" clId="{9BBB801D-DBA5-5D87-8C70-2FEEE205F0B2}" dt="2026-03-05T20:31:11.149" v="2399" actId="14100"/>
          <ac:spMkLst>
            <pc:docMk/>
            <pc:sldMk cId="2347374443" sldId="263"/>
            <ac:spMk id="2" creationId="{A47D5215-D06F-50F1-F8C5-A0EBE22F8AFC}"/>
          </ac:spMkLst>
        </pc:spChg>
        <pc:spChg chg="mod">
          <ac:chgData name="NATALIA MARIA ACEVEDO PRINS" userId="3b821ef4-8a6e-4c43-999f-7e55c7d6f3d1" providerId="ADAL" clId="{9BBB801D-DBA5-5D87-8C70-2FEEE205F0B2}" dt="2026-03-05T20:35:23.045" v="2476" actId="20577"/>
          <ac:spMkLst>
            <pc:docMk/>
            <pc:sldMk cId="2347374443" sldId="263"/>
            <ac:spMk id="3" creationId="{D592CC94-5D67-541F-A271-4E02B2A9B38A}"/>
          </ac:spMkLst>
        </pc:spChg>
        <pc:spChg chg="add mod">
          <ac:chgData name="NATALIA MARIA ACEVEDO PRINS" userId="3b821ef4-8a6e-4c43-999f-7e55c7d6f3d1" providerId="ADAL" clId="{9BBB801D-DBA5-5D87-8C70-2FEEE205F0B2}" dt="2026-03-05T20:30:34.079" v="2389"/>
          <ac:spMkLst>
            <pc:docMk/>
            <pc:sldMk cId="2347374443" sldId="263"/>
            <ac:spMk id="4" creationId="{0C899561-1F9F-9247-4439-283BC9F234D7}"/>
          </ac:spMkLst>
        </pc:spChg>
        <pc:spChg chg="add del mod">
          <ac:chgData name="NATALIA MARIA ACEVEDO PRINS" userId="3b821ef4-8a6e-4c43-999f-7e55c7d6f3d1" providerId="ADAL" clId="{9BBB801D-DBA5-5D87-8C70-2FEEE205F0B2}" dt="2026-03-05T20:30:42.754" v="2391" actId="21"/>
          <ac:spMkLst>
            <pc:docMk/>
            <pc:sldMk cId="2347374443" sldId="263"/>
            <ac:spMk id="5" creationId="{37583963-2A99-D100-FBE2-04C2D34E7F08}"/>
          </ac:spMkLst>
        </pc:spChg>
        <pc:spChg chg="add mod">
          <ac:chgData name="NATALIA MARIA ACEVEDO PRINS" userId="3b821ef4-8a6e-4c43-999f-7e55c7d6f3d1" providerId="ADAL" clId="{9BBB801D-DBA5-5D87-8C70-2FEEE205F0B2}" dt="2026-03-05T20:30:52.214" v="2394"/>
          <ac:spMkLst>
            <pc:docMk/>
            <pc:sldMk cId="2347374443" sldId="263"/>
            <ac:spMk id="6" creationId="{3DE2749D-84FA-F3BB-CDBB-B346221C2E59}"/>
          </ac:spMkLst>
        </pc:spChg>
        <pc:spChg chg="add mod">
          <ac:chgData name="NATALIA MARIA ACEVEDO PRINS" userId="3b821ef4-8a6e-4c43-999f-7e55c7d6f3d1" providerId="ADAL" clId="{9BBB801D-DBA5-5D87-8C70-2FEEE205F0B2}" dt="2026-03-05T20:31:00.744" v="2397" actId="1076"/>
          <ac:spMkLst>
            <pc:docMk/>
            <pc:sldMk cId="2347374443" sldId="263"/>
            <ac:spMk id="7" creationId="{F45A4AFF-FD45-A1A3-F6E4-7AD068AD1E06}"/>
          </ac:spMkLst>
        </pc:spChg>
        <pc:spChg chg="add mod">
          <ac:chgData name="NATALIA MARIA ACEVEDO PRINS" userId="3b821ef4-8a6e-4c43-999f-7e55c7d6f3d1" providerId="ADAL" clId="{9BBB801D-DBA5-5D87-8C70-2FEEE205F0B2}" dt="2026-03-05T20:33:11.520" v="2421" actId="122"/>
          <ac:spMkLst>
            <pc:docMk/>
            <pc:sldMk cId="2347374443" sldId="263"/>
            <ac:spMk id="10" creationId="{0E8D23A2-4DF2-4241-AC53-32F532CED12D}"/>
          </ac:spMkLst>
        </pc:spChg>
        <pc:picChg chg="add mod">
          <ac:chgData name="NATALIA MARIA ACEVEDO PRINS" userId="3b821ef4-8a6e-4c43-999f-7e55c7d6f3d1" providerId="ADAL" clId="{9BBB801D-DBA5-5D87-8C70-2FEEE205F0B2}" dt="2026-03-05T20:32:57.914" v="2419" actId="1076"/>
          <ac:picMkLst>
            <pc:docMk/>
            <pc:sldMk cId="2347374443" sldId="263"/>
            <ac:picMk id="8" creationId="{1D3F1A7F-F8B6-BAC9-3442-778E16D1FA49}"/>
          </ac:picMkLst>
        </pc:picChg>
      </pc:sldChg>
      <pc:sldChg chg="addSp delSp modSp new mod">
        <pc:chgData name="NATALIA MARIA ACEVEDO PRINS" userId="3b821ef4-8a6e-4c43-999f-7e55c7d6f3d1" providerId="ADAL" clId="{9BBB801D-DBA5-5D87-8C70-2FEEE205F0B2}" dt="2026-03-05T19:30:33.026" v="1332" actId="688"/>
        <pc:sldMkLst>
          <pc:docMk/>
          <pc:sldMk cId="1731483345" sldId="264"/>
        </pc:sldMkLst>
        <pc:spChg chg="mod">
          <ac:chgData name="NATALIA MARIA ACEVEDO PRINS" userId="3b821ef4-8a6e-4c43-999f-7e55c7d6f3d1" providerId="ADAL" clId="{9BBB801D-DBA5-5D87-8C70-2FEEE205F0B2}" dt="2026-03-05T19:23:46.362" v="1203" actId="1076"/>
          <ac:spMkLst>
            <pc:docMk/>
            <pc:sldMk cId="1731483345" sldId="264"/>
            <ac:spMk id="2" creationId="{74D24327-D2ED-C31E-8A64-FAA9F9BA5038}"/>
          </ac:spMkLst>
        </pc:spChg>
        <pc:spChg chg="del">
          <ac:chgData name="NATALIA MARIA ACEVEDO PRINS" userId="3b821ef4-8a6e-4c43-999f-7e55c7d6f3d1" providerId="ADAL" clId="{9BBB801D-DBA5-5D87-8C70-2FEEE205F0B2}" dt="2026-03-05T19:18:24.470" v="1171" actId="478"/>
          <ac:spMkLst>
            <pc:docMk/>
            <pc:sldMk cId="1731483345" sldId="264"/>
            <ac:spMk id="3" creationId="{D26DCCC4-DF96-3CE2-F195-681B1B1C0935}"/>
          </ac:spMkLst>
        </pc:spChg>
        <pc:spChg chg="add mod">
          <ac:chgData name="NATALIA MARIA ACEVEDO PRINS" userId="3b821ef4-8a6e-4c43-999f-7e55c7d6f3d1" providerId="ADAL" clId="{9BBB801D-DBA5-5D87-8C70-2FEEE205F0B2}" dt="2026-03-05T19:24:02.697" v="1208" actId="122"/>
          <ac:spMkLst>
            <pc:docMk/>
            <pc:sldMk cId="1731483345" sldId="264"/>
            <ac:spMk id="5" creationId="{296F6633-0475-2A6E-A4A0-11A405055990}"/>
          </ac:spMkLst>
        </pc:spChg>
        <pc:spChg chg="add mod">
          <ac:chgData name="NATALIA MARIA ACEVEDO PRINS" userId="3b821ef4-8a6e-4c43-999f-7e55c7d6f3d1" providerId="ADAL" clId="{9BBB801D-DBA5-5D87-8C70-2FEEE205F0B2}" dt="2026-03-05T19:18:57.835" v="1177"/>
          <ac:spMkLst>
            <pc:docMk/>
            <pc:sldMk cId="1731483345" sldId="264"/>
            <ac:spMk id="6" creationId="{812431AA-1162-2348-0823-50A1E066E983}"/>
          </ac:spMkLst>
        </pc:spChg>
        <pc:spChg chg="add mod">
          <ac:chgData name="NATALIA MARIA ACEVEDO PRINS" userId="3b821ef4-8a6e-4c43-999f-7e55c7d6f3d1" providerId="ADAL" clId="{9BBB801D-DBA5-5D87-8C70-2FEEE205F0B2}" dt="2026-03-05T19:19:02.326" v="1179" actId="1076"/>
          <ac:spMkLst>
            <pc:docMk/>
            <pc:sldMk cId="1731483345" sldId="264"/>
            <ac:spMk id="7" creationId="{96D27CCB-7327-1665-E062-235AF504262F}"/>
          </ac:spMkLst>
        </pc:spChg>
        <pc:spChg chg="add mod">
          <ac:chgData name="NATALIA MARIA ACEVEDO PRINS" userId="3b821ef4-8a6e-4c43-999f-7e55c7d6f3d1" providerId="ADAL" clId="{9BBB801D-DBA5-5D87-8C70-2FEEE205F0B2}" dt="2026-03-05T19:22:57.866" v="1193" actId="2711"/>
          <ac:spMkLst>
            <pc:docMk/>
            <pc:sldMk cId="1731483345" sldId="264"/>
            <ac:spMk id="11" creationId="{699868EC-6C89-877E-46E4-695D83A10B1E}"/>
          </ac:spMkLst>
        </pc:spChg>
        <pc:spChg chg="add mod">
          <ac:chgData name="NATALIA MARIA ACEVEDO PRINS" userId="3b821ef4-8a6e-4c43-999f-7e55c7d6f3d1" providerId="ADAL" clId="{9BBB801D-DBA5-5D87-8C70-2FEEE205F0B2}" dt="2026-03-05T19:22:57.866" v="1193" actId="2711"/>
          <ac:spMkLst>
            <pc:docMk/>
            <pc:sldMk cId="1731483345" sldId="264"/>
            <ac:spMk id="14" creationId="{898F3799-8F00-2FF0-5E4E-629D714DC396}"/>
          </ac:spMkLst>
        </pc:spChg>
        <pc:spChg chg="add mod">
          <ac:chgData name="NATALIA MARIA ACEVEDO PRINS" userId="3b821ef4-8a6e-4c43-999f-7e55c7d6f3d1" providerId="ADAL" clId="{9BBB801D-DBA5-5D87-8C70-2FEEE205F0B2}" dt="2026-03-05T19:22:57.866" v="1193" actId="2711"/>
          <ac:spMkLst>
            <pc:docMk/>
            <pc:sldMk cId="1731483345" sldId="264"/>
            <ac:spMk id="15" creationId="{8E1B4601-2324-1278-FD51-D89C7EB1124F}"/>
          </ac:spMkLst>
        </pc:spChg>
        <pc:spChg chg="add mod">
          <ac:chgData name="NATALIA MARIA ACEVEDO PRINS" userId="3b821ef4-8a6e-4c43-999f-7e55c7d6f3d1" providerId="ADAL" clId="{9BBB801D-DBA5-5D87-8C70-2FEEE205F0B2}" dt="2026-03-05T19:22:57.866" v="1193" actId="2711"/>
          <ac:spMkLst>
            <pc:docMk/>
            <pc:sldMk cId="1731483345" sldId="264"/>
            <ac:spMk id="16" creationId="{ED8586D1-26EB-3B98-8F08-31A698F0A866}"/>
          </ac:spMkLst>
        </pc:spChg>
        <pc:spChg chg="add mod">
          <ac:chgData name="NATALIA MARIA ACEVEDO PRINS" userId="3b821ef4-8a6e-4c43-999f-7e55c7d6f3d1" providerId="ADAL" clId="{9BBB801D-DBA5-5D87-8C70-2FEEE205F0B2}" dt="2026-03-05T19:22:57.866" v="1193" actId="2711"/>
          <ac:spMkLst>
            <pc:docMk/>
            <pc:sldMk cId="1731483345" sldId="264"/>
            <ac:spMk id="17" creationId="{383C0656-F127-C9EA-A39F-8562762334FE}"/>
          </ac:spMkLst>
        </pc:spChg>
        <pc:spChg chg="add mod">
          <ac:chgData name="NATALIA MARIA ACEVEDO PRINS" userId="3b821ef4-8a6e-4c43-999f-7e55c7d6f3d1" providerId="ADAL" clId="{9BBB801D-DBA5-5D87-8C70-2FEEE205F0B2}" dt="2026-03-05T19:22:57.866" v="1193" actId="2711"/>
          <ac:spMkLst>
            <pc:docMk/>
            <pc:sldMk cId="1731483345" sldId="264"/>
            <ac:spMk id="18" creationId="{BE1ADE26-F2CC-CC7D-C400-EB6F2337E1D0}"/>
          </ac:spMkLst>
        </pc:spChg>
        <pc:spChg chg="add mod">
          <ac:chgData name="NATALIA MARIA ACEVEDO PRINS" userId="3b821ef4-8a6e-4c43-999f-7e55c7d6f3d1" providerId="ADAL" clId="{9BBB801D-DBA5-5D87-8C70-2FEEE205F0B2}" dt="2026-03-05T19:22:57.866" v="1193" actId="2711"/>
          <ac:spMkLst>
            <pc:docMk/>
            <pc:sldMk cId="1731483345" sldId="264"/>
            <ac:spMk id="19" creationId="{CC441EB3-5D90-FB35-0CF5-5FD3E795061F}"/>
          </ac:spMkLst>
        </pc:spChg>
        <pc:spChg chg="add mod">
          <ac:chgData name="NATALIA MARIA ACEVEDO PRINS" userId="3b821ef4-8a6e-4c43-999f-7e55c7d6f3d1" providerId="ADAL" clId="{9BBB801D-DBA5-5D87-8C70-2FEEE205F0B2}" dt="2026-03-05T19:22:57.866" v="1193" actId="2711"/>
          <ac:spMkLst>
            <pc:docMk/>
            <pc:sldMk cId="1731483345" sldId="264"/>
            <ac:spMk id="20" creationId="{D551D267-5BEB-1CBE-E89F-38164197B9CB}"/>
          </ac:spMkLst>
        </pc:spChg>
        <pc:spChg chg="add mod">
          <ac:chgData name="NATALIA MARIA ACEVEDO PRINS" userId="3b821ef4-8a6e-4c43-999f-7e55c7d6f3d1" providerId="ADAL" clId="{9BBB801D-DBA5-5D87-8C70-2FEEE205F0B2}" dt="2026-03-05T19:22:57.866" v="1193" actId="2711"/>
          <ac:spMkLst>
            <pc:docMk/>
            <pc:sldMk cId="1731483345" sldId="264"/>
            <ac:spMk id="24" creationId="{9AC2500D-F208-0560-157F-66F968A6BCCD}"/>
          </ac:spMkLst>
        </pc:spChg>
        <pc:spChg chg="add mod">
          <ac:chgData name="NATALIA MARIA ACEVEDO PRINS" userId="3b821ef4-8a6e-4c43-999f-7e55c7d6f3d1" providerId="ADAL" clId="{9BBB801D-DBA5-5D87-8C70-2FEEE205F0B2}" dt="2026-03-05T19:22:57.866" v="1193" actId="2711"/>
          <ac:spMkLst>
            <pc:docMk/>
            <pc:sldMk cId="1731483345" sldId="264"/>
            <ac:spMk id="25" creationId="{F589B33A-F384-FD0C-9B4E-FB38803FDDE8}"/>
          </ac:spMkLst>
        </pc:spChg>
        <pc:spChg chg="add mod">
          <ac:chgData name="NATALIA MARIA ACEVEDO PRINS" userId="3b821ef4-8a6e-4c43-999f-7e55c7d6f3d1" providerId="ADAL" clId="{9BBB801D-DBA5-5D87-8C70-2FEEE205F0B2}" dt="2026-03-05T19:28:14.668" v="1308" actId="14100"/>
          <ac:spMkLst>
            <pc:docMk/>
            <pc:sldMk cId="1731483345" sldId="264"/>
            <ac:spMk id="28" creationId="{9692EC8F-DF51-1983-CD7B-14A3036CE039}"/>
          </ac:spMkLst>
        </pc:spChg>
        <pc:spChg chg="add del mod">
          <ac:chgData name="NATALIA MARIA ACEVEDO PRINS" userId="3b821ef4-8a6e-4c43-999f-7e55c7d6f3d1" providerId="ADAL" clId="{9BBB801D-DBA5-5D87-8C70-2FEEE205F0B2}" dt="2026-03-05T19:25:17.085" v="1229"/>
          <ac:spMkLst>
            <pc:docMk/>
            <pc:sldMk cId="1731483345" sldId="264"/>
            <ac:spMk id="29" creationId="{B1E76ADA-783A-E9BC-BFA7-03EE4C78B333}"/>
          </ac:spMkLst>
        </pc:spChg>
        <pc:spChg chg="add mod">
          <ac:chgData name="NATALIA MARIA ACEVEDO PRINS" userId="3b821ef4-8a6e-4c43-999f-7e55c7d6f3d1" providerId="ADAL" clId="{9BBB801D-DBA5-5D87-8C70-2FEEE205F0B2}" dt="2026-03-05T19:28:26.584" v="1310" actId="14100"/>
          <ac:spMkLst>
            <pc:docMk/>
            <pc:sldMk cId="1731483345" sldId="264"/>
            <ac:spMk id="31" creationId="{39C42713-2698-0668-5EC9-187072FCA0C7}"/>
          </ac:spMkLst>
        </pc:spChg>
        <pc:spChg chg="add mod">
          <ac:chgData name="NATALIA MARIA ACEVEDO PRINS" userId="3b821ef4-8a6e-4c43-999f-7e55c7d6f3d1" providerId="ADAL" clId="{9BBB801D-DBA5-5D87-8C70-2FEEE205F0B2}" dt="2026-03-05T19:28:22.952" v="1309" actId="123"/>
          <ac:spMkLst>
            <pc:docMk/>
            <pc:sldMk cId="1731483345" sldId="264"/>
            <ac:spMk id="33" creationId="{BDBAA867-7946-6029-39BC-B6252E4A3B14}"/>
          </ac:spMkLst>
        </pc:spChg>
        <pc:spChg chg="add mod">
          <ac:chgData name="NATALIA MARIA ACEVEDO PRINS" userId="3b821ef4-8a6e-4c43-999f-7e55c7d6f3d1" providerId="ADAL" clId="{9BBB801D-DBA5-5D87-8C70-2FEEE205F0B2}" dt="2026-03-05T19:28:53.599" v="1317" actId="1076"/>
          <ac:spMkLst>
            <pc:docMk/>
            <pc:sldMk cId="1731483345" sldId="264"/>
            <ac:spMk id="35" creationId="{7FEA1B6D-0603-5341-C351-55BC63E2017B}"/>
          </ac:spMkLst>
        </pc:spChg>
        <pc:spChg chg="add mod">
          <ac:chgData name="NATALIA MARIA ACEVEDO PRINS" userId="3b821ef4-8a6e-4c43-999f-7e55c7d6f3d1" providerId="ADAL" clId="{9BBB801D-DBA5-5D87-8C70-2FEEE205F0B2}" dt="2026-03-05T19:29:09.069" v="1322" actId="14100"/>
          <ac:spMkLst>
            <pc:docMk/>
            <pc:sldMk cId="1731483345" sldId="264"/>
            <ac:spMk id="37" creationId="{CB6159BC-9F9F-9E59-087E-CF6F5E095BC7}"/>
          </ac:spMkLst>
        </pc:spChg>
        <pc:spChg chg="add mod">
          <ac:chgData name="NATALIA MARIA ACEVEDO PRINS" userId="3b821ef4-8a6e-4c43-999f-7e55c7d6f3d1" providerId="ADAL" clId="{9BBB801D-DBA5-5D87-8C70-2FEEE205F0B2}" dt="2026-03-05T19:30:20.369" v="1327" actId="1076"/>
          <ac:spMkLst>
            <pc:docMk/>
            <pc:sldMk cId="1731483345" sldId="264"/>
            <ac:spMk id="40" creationId="{E31FF941-B346-D9F1-C037-30F6737695D6}"/>
          </ac:spMkLst>
        </pc:spChg>
        <pc:spChg chg="add mod">
          <ac:chgData name="NATALIA MARIA ACEVEDO PRINS" userId="3b821ef4-8a6e-4c43-999f-7e55c7d6f3d1" providerId="ADAL" clId="{9BBB801D-DBA5-5D87-8C70-2FEEE205F0B2}" dt="2026-03-05T19:30:33.026" v="1332" actId="688"/>
          <ac:spMkLst>
            <pc:docMk/>
            <pc:sldMk cId="1731483345" sldId="264"/>
            <ac:spMk id="41" creationId="{9A198711-7BA6-946B-FDB3-EE7C0BFFE0EF}"/>
          </ac:spMkLst>
        </pc:spChg>
        <pc:grpChg chg="mod">
          <ac:chgData name="NATALIA MARIA ACEVEDO PRINS" userId="3b821ef4-8a6e-4c43-999f-7e55c7d6f3d1" providerId="ADAL" clId="{9BBB801D-DBA5-5D87-8C70-2FEEE205F0B2}" dt="2026-03-05T19:24:00.236" v="1207" actId="1076"/>
          <ac:grpSpMkLst>
            <pc:docMk/>
            <pc:sldMk cId="1731483345" sldId="264"/>
            <ac:grpSpMk id="26" creationId="{5DFCDEE5-412F-1E7E-0DC0-19B7169E4B4C}"/>
          </ac:grpSpMkLst>
        </pc:grpChg>
        <pc:picChg chg="add del mod">
          <ac:chgData name="NATALIA MARIA ACEVEDO PRINS" userId="3b821ef4-8a6e-4c43-999f-7e55c7d6f3d1" providerId="ADAL" clId="{9BBB801D-DBA5-5D87-8C70-2FEEE205F0B2}" dt="2026-03-05T19:29:59.336" v="1324" actId="478"/>
          <ac:picMkLst>
            <pc:docMk/>
            <pc:sldMk cId="1731483345" sldId="264"/>
            <ac:picMk id="39" creationId="{141569B1-8808-D1EB-01DE-EFCD7CDB9131}"/>
          </ac:picMkLst>
        </pc:picChg>
      </pc:sldChg>
      <pc:sldChg chg="addSp delSp modSp new mod">
        <pc:chgData name="NATALIA MARIA ACEVEDO PRINS" userId="3b821ef4-8a6e-4c43-999f-7e55c7d6f3d1" providerId="ADAL" clId="{9BBB801D-DBA5-5D87-8C70-2FEEE205F0B2}" dt="2026-03-05T20:06:49.097" v="1975" actId="1076"/>
        <pc:sldMkLst>
          <pc:docMk/>
          <pc:sldMk cId="1776011203" sldId="265"/>
        </pc:sldMkLst>
        <pc:spChg chg="del">
          <ac:chgData name="NATALIA MARIA ACEVEDO PRINS" userId="3b821ef4-8a6e-4c43-999f-7e55c7d6f3d1" providerId="ADAL" clId="{9BBB801D-DBA5-5D87-8C70-2FEEE205F0B2}" dt="2026-03-05T19:49:01.313" v="1709" actId="478"/>
          <ac:spMkLst>
            <pc:docMk/>
            <pc:sldMk cId="1776011203" sldId="265"/>
            <ac:spMk id="2" creationId="{11B105F0-31B5-1D09-FD2A-A60D9F993AA2}"/>
          </ac:spMkLst>
        </pc:spChg>
        <pc:spChg chg="del">
          <ac:chgData name="NATALIA MARIA ACEVEDO PRINS" userId="3b821ef4-8a6e-4c43-999f-7e55c7d6f3d1" providerId="ADAL" clId="{9BBB801D-DBA5-5D87-8C70-2FEEE205F0B2}" dt="2026-03-05T19:48:58.929" v="1708" actId="478"/>
          <ac:spMkLst>
            <pc:docMk/>
            <pc:sldMk cId="1776011203" sldId="265"/>
            <ac:spMk id="3" creationId="{D84C8A90-DD1E-BA45-3611-0D9DC20FAA43}"/>
          </ac:spMkLst>
        </pc:spChg>
        <pc:spChg chg="add del mod">
          <ac:chgData name="NATALIA MARIA ACEVEDO PRINS" userId="3b821ef4-8a6e-4c43-999f-7e55c7d6f3d1" providerId="ADAL" clId="{9BBB801D-DBA5-5D87-8C70-2FEEE205F0B2}" dt="2026-03-05T19:59:07.852" v="1867" actId="21"/>
          <ac:spMkLst>
            <pc:docMk/>
            <pc:sldMk cId="1776011203" sldId="265"/>
            <ac:spMk id="4" creationId="{C221D951-CAC2-D432-DB4F-B41966165D4D}"/>
          </ac:spMkLst>
        </pc:spChg>
        <pc:spChg chg="add mod">
          <ac:chgData name="NATALIA MARIA ACEVEDO PRINS" userId="3b821ef4-8a6e-4c43-999f-7e55c7d6f3d1" providerId="ADAL" clId="{9BBB801D-DBA5-5D87-8C70-2FEEE205F0B2}" dt="2026-03-05T20:03:10.689" v="1926" actId="20577"/>
          <ac:spMkLst>
            <pc:docMk/>
            <pc:sldMk cId="1776011203" sldId="265"/>
            <ac:spMk id="6" creationId="{77863AB6-9AF3-0E94-5289-C4F3EAD05564}"/>
          </ac:spMkLst>
        </pc:spChg>
        <pc:spChg chg="add mod">
          <ac:chgData name="NATALIA MARIA ACEVEDO PRINS" userId="3b821ef4-8a6e-4c43-999f-7e55c7d6f3d1" providerId="ADAL" clId="{9BBB801D-DBA5-5D87-8C70-2FEEE205F0B2}" dt="2026-03-05T19:56:59.363" v="1816"/>
          <ac:spMkLst>
            <pc:docMk/>
            <pc:sldMk cId="1776011203" sldId="265"/>
            <ac:spMk id="7" creationId="{D51B8606-6BA9-BCBA-F722-4F2DA9249EF5}"/>
          </ac:spMkLst>
        </pc:spChg>
        <pc:spChg chg="add mod">
          <ac:chgData name="NATALIA MARIA ACEVEDO PRINS" userId="3b821ef4-8a6e-4c43-999f-7e55c7d6f3d1" providerId="ADAL" clId="{9BBB801D-DBA5-5D87-8C70-2FEEE205F0B2}" dt="2026-03-05T19:57:03.935" v="1818" actId="1076"/>
          <ac:spMkLst>
            <pc:docMk/>
            <pc:sldMk cId="1776011203" sldId="265"/>
            <ac:spMk id="8" creationId="{E2A4FB93-74F4-E1A9-B7F6-E75803417625}"/>
          </ac:spMkLst>
        </pc:spChg>
        <pc:spChg chg="add mod">
          <ac:chgData name="NATALIA MARIA ACEVEDO PRINS" userId="3b821ef4-8a6e-4c43-999f-7e55c7d6f3d1" providerId="ADAL" clId="{9BBB801D-DBA5-5D87-8C70-2FEEE205F0B2}" dt="2026-03-05T20:03:16.562" v="1928" actId="1076"/>
          <ac:spMkLst>
            <pc:docMk/>
            <pc:sldMk cId="1776011203" sldId="265"/>
            <ac:spMk id="10" creationId="{FFD8350F-D298-9F04-C426-4A3AC35E7407}"/>
          </ac:spMkLst>
        </pc:spChg>
        <pc:spChg chg="add mod">
          <ac:chgData name="NATALIA MARIA ACEVEDO PRINS" userId="3b821ef4-8a6e-4c43-999f-7e55c7d6f3d1" providerId="ADAL" clId="{9BBB801D-DBA5-5D87-8C70-2FEEE205F0B2}" dt="2026-03-05T20:06:49.097" v="1975" actId="1076"/>
          <ac:spMkLst>
            <pc:docMk/>
            <pc:sldMk cId="1776011203" sldId="265"/>
            <ac:spMk id="12" creationId="{1A50D0CA-E6AC-4DDB-2FB0-9AF0AB88C876}"/>
          </ac:spMkLst>
        </pc:spChg>
        <pc:spChg chg="add mod">
          <ac:chgData name="NATALIA MARIA ACEVEDO PRINS" userId="3b821ef4-8a6e-4c43-999f-7e55c7d6f3d1" providerId="ADAL" clId="{9BBB801D-DBA5-5D87-8C70-2FEEE205F0B2}" dt="2026-03-05T20:03:40.663" v="1934" actId="14100"/>
          <ac:spMkLst>
            <pc:docMk/>
            <pc:sldMk cId="1776011203" sldId="265"/>
            <ac:spMk id="14" creationId="{D49725AA-7EF6-652A-C559-1F523A0687D2}"/>
          </ac:spMkLst>
        </pc:spChg>
        <pc:spChg chg="add del mod">
          <ac:chgData name="NATALIA MARIA ACEVEDO PRINS" userId="3b821ef4-8a6e-4c43-999f-7e55c7d6f3d1" providerId="ADAL" clId="{9BBB801D-DBA5-5D87-8C70-2FEEE205F0B2}" dt="2026-03-05T20:01:13.441" v="1894" actId="478"/>
          <ac:spMkLst>
            <pc:docMk/>
            <pc:sldMk cId="1776011203" sldId="265"/>
            <ac:spMk id="16" creationId="{38FE3465-4676-FBA3-0CDD-F1AF28C5F028}"/>
          </ac:spMkLst>
        </pc:spChg>
        <pc:spChg chg="add mod">
          <ac:chgData name="NATALIA MARIA ACEVEDO PRINS" userId="3b821ef4-8a6e-4c43-999f-7e55c7d6f3d1" providerId="ADAL" clId="{9BBB801D-DBA5-5D87-8C70-2FEEE205F0B2}" dt="2026-03-05T20:06:40.732" v="1972" actId="1076"/>
          <ac:spMkLst>
            <pc:docMk/>
            <pc:sldMk cId="1776011203" sldId="265"/>
            <ac:spMk id="18" creationId="{BC710DFF-C03E-C082-E39B-565D0A5D5BFA}"/>
          </ac:spMkLst>
        </pc:spChg>
        <pc:spChg chg="add mod">
          <ac:chgData name="NATALIA MARIA ACEVEDO PRINS" userId="3b821ef4-8a6e-4c43-999f-7e55c7d6f3d1" providerId="ADAL" clId="{9BBB801D-DBA5-5D87-8C70-2FEEE205F0B2}" dt="2026-03-05T20:06:43.237" v="1973" actId="1076"/>
          <ac:spMkLst>
            <pc:docMk/>
            <pc:sldMk cId="1776011203" sldId="265"/>
            <ac:spMk id="20" creationId="{B4D44D70-9452-B72A-D061-246A464B7484}"/>
          </ac:spMkLst>
        </pc:spChg>
        <pc:cxnChg chg="add mod">
          <ac:chgData name="NATALIA MARIA ACEVEDO PRINS" userId="3b821ef4-8a6e-4c43-999f-7e55c7d6f3d1" providerId="ADAL" clId="{9BBB801D-DBA5-5D87-8C70-2FEEE205F0B2}" dt="2026-03-05T20:06:39.245" v="1971" actId="1076"/>
          <ac:cxnSpMkLst>
            <pc:docMk/>
            <pc:sldMk cId="1776011203" sldId="265"/>
            <ac:cxnSpMk id="22" creationId="{0958F0B9-FCBE-41AC-430D-9977E13D0A09}"/>
          </ac:cxnSpMkLst>
        </pc:cxnChg>
      </pc:sldChg>
      <pc:sldChg chg="addSp delSp modSp new mod">
        <pc:chgData name="NATALIA MARIA ACEVEDO PRINS" userId="3b821ef4-8a6e-4c43-999f-7e55c7d6f3d1" providerId="ADAL" clId="{9BBB801D-DBA5-5D87-8C70-2FEEE205F0B2}" dt="2026-03-05T20:24:59.591" v="2302" actId="20577"/>
        <pc:sldMkLst>
          <pc:docMk/>
          <pc:sldMk cId="17253909" sldId="266"/>
        </pc:sldMkLst>
        <pc:spChg chg="mod">
          <ac:chgData name="NATALIA MARIA ACEVEDO PRINS" userId="3b821ef4-8a6e-4c43-999f-7e55c7d6f3d1" providerId="ADAL" clId="{9BBB801D-DBA5-5D87-8C70-2FEEE205F0B2}" dt="2026-03-05T20:09:33.456" v="2010"/>
          <ac:spMkLst>
            <pc:docMk/>
            <pc:sldMk cId="17253909" sldId="266"/>
            <ac:spMk id="2" creationId="{43F74284-2318-6425-887A-B9EAC16CB6BB}"/>
          </ac:spMkLst>
        </pc:spChg>
        <pc:spChg chg="del">
          <ac:chgData name="NATALIA MARIA ACEVEDO PRINS" userId="3b821ef4-8a6e-4c43-999f-7e55c7d6f3d1" providerId="ADAL" clId="{9BBB801D-DBA5-5D87-8C70-2FEEE205F0B2}" dt="2026-03-05T19:59:15.919" v="1869" actId="478"/>
          <ac:spMkLst>
            <pc:docMk/>
            <pc:sldMk cId="17253909" sldId="266"/>
            <ac:spMk id="3" creationId="{54BED2EF-3847-61B7-9D67-AFC5FD2BE9EC}"/>
          </ac:spMkLst>
        </pc:spChg>
        <pc:spChg chg="add mod">
          <ac:chgData name="NATALIA MARIA ACEVEDO PRINS" userId="3b821ef4-8a6e-4c43-999f-7e55c7d6f3d1" providerId="ADAL" clId="{9BBB801D-DBA5-5D87-8C70-2FEEE205F0B2}" dt="2026-03-05T20:16:24.526" v="2167" actId="1076"/>
          <ac:spMkLst>
            <pc:docMk/>
            <pc:sldMk cId="17253909" sldId="266"/>
            <ac:spMk id="4" creationId="{B983D885-B064-1007-E610-F6091A9F2922}"/>
          </ac:spMkLst>
        </pc:spChg>
        <pc:spChg chg="add mod">
          <ac:chgData name="NATALIA MARIA ACEVEDO PRINS" userId="3b821ef4-8a6e-4c43-999f-7e55c7d6f3d1" providerId="ADAL" clId="{9BBB801D-DBA5-5D87-8C70-2FEEE205F0B2}" dt="2026-03-05T20:24:59.591" v="2302" actId="20577"/>
          <ac:spMkLst>
            <pc:docMk/>
            <pc:sldMk cId="17253909" sldId="266"/>
            <ac:spMk id="6" creationId="{26FED0B6-F1DE-BB47-93F6-C5726FEED67A}"/>
          </ac:spMkLst>
        </pc:spChg>
        <pc:spChg chg="add mod">
          <ac:chgData name="NATALIA MARIA ACEVEDO PRINS" userId="3b821ef4-8a6e-4c43-999f-7e55c7d6f3d1" providerId="ADAL" clId="{9BBB801D-DBA5-5D87-8C70-2FEEE205F0B2}" dt="2026-03-05T20:16:15.794" v="2164" actId="14100"/>
          <ac:spMkLst>
            <pc:docMk/>
            <pc:sldMk cId="17253909" sldId="266"/>
            <ac:spMk id="8" creationId="{A2263E8D-C0A4-C22D-ECFD-A3C637E51CD0}"/>
          </ac:spMkLst>
        </pc:spChg>
        <pc:spChg chg="add mod">
          <ac:chgData name="NATALIA MARIA ACEVEDO PRINS" userId="3b821ef4-8a6e-4c43-999f-7e55c7d6f3d1" providerId="ADAL" clId="{9BBB801D-DBA5-5D87-8C70-2FEEE205F0B2}" dt="2026-03-05T20:08:54.451" v="2004"/>
          <ac:spMkLst>
            <pc:docMk/>
            <pc:sldMk cId="17253909" sldId="266"/>
            <ac:spMk id="9" creationId="{367C78DF-4D22-9C16-05E6-3C841EF3791C}"/>
          </ac:spMkLst>
        </pc:spChg>
        <pc:spChg chg="add mod">
          <ac:chgData name="NATALIA MARIA ACEVEDO PRINS" userId="3b821ef4-8a6e-4c43-999f-7e55c7d6f3d1" providerId="ADAL" clId="{9BBB801D-DBA5-5D87-8C70-2FEEE205F0B2}" dt="2026-03-05T20:09:02.183" v="2006" actId="1076"/>
          <ac:spMkLst>
            <pc:docMk/>
            <pc:sldMk cId="17253909" sldId="266"/>
            <ac:spMk id="10" creationId="{E70EACD2-8E17-64FC-FA42-4E77C2D255D9}"/>
          </ac:spMkLst>
        </pc:spChg>
        <pc:spChg chg="add del mod">
          <ac:chgData name="NATALIA MARIA ACEVEDO PRINS" userId="3b821ef4-8a6e-4c43-999f-7e55c7d6f3d1" providerId="ADAL" clId="{9BBB801D-DBA5-5D87-8C70-2FEEE205F0B2}" dt="2026-03-05T20:14:05.039" v="2087" actId="21"/>
          <ac:spMkLst>
            <pc:docMk/>
            <pc:sldMk cId="17253909" sldId="266"/>
            <ac:spMk id="12" creationId="{85122BFD-D64E-E538-8CDA-D2D12820DAE8}"/>
          </ac:spMkLst>
        </pc:spChg>
        <pc:spChg chg="add mod">
          <ac:chgData name="NATALIA MARIA ACEVEDO PRINS" userId="3b821ef4-8a6e-4c43-999f-7e55c7d6f3d1" providerId="ADAL" clId="{9BBB801D-DBA5-5D87-8C70-2FEEE205F0B2}" dt="2026-03-05T20:16:41.675" v="2173" actId="13822"/>
          <ac:spMkLst>
            <pc:docMk/>
            <pc:sldMk cId="17253909" sldId="266"/>
            <ac:spMk id="14" creationId="{CBD6A46D-046F-BFE4-0155-56E98E86444B}"/>
          </ac:spMkLst>
        </pc:spChg>
      </pc:sldChg>
      <pc:sldChg chg="addSp delSp modSp new del mod">
        <pc:chgData name="NATALIA MARIA ACEVEDO PRINS" userId="3b821ef4-8a6e-4c43-999f-7e55c7d6f3d1" providerId="ADAL" clId="{9BBB801D-DBA5-5D87-8C70-2FEEE205F0B2}" dt="2026-03-05T20:16:53.395" v="2174" actId="2696"/>
        <pc:sldMkLst>
          <pc:docMk/>
          <pc:sldMk cId="2059789392" sldId="267"/>
        </pc:sldMkLst>
        <pc:spChg chg="del">
          <ac:chgData name="NATALIA MARIA ACEVEDO PRINS" userId="3b821ef4-8a6e-4c43-999f-7e55c7d6f3d1" providerId="ADAL" clId="{9BBB801D-DBA5-5D87-8C70-2FEEE205F0B2}" dt="2026-03-05T20:14:12.009" v="2089"/>
          <ac:spMkLst>
            <pc:docMk/>
            <pc:sldMk cId="2059789392" sldId="267"/>
            <ac:spMk id="3" creationId="{6B1CE3C6-FF15-B01E-A667-5D9ED4D50C62}"/>
          </ac:spMkLst>
        </pc:spChg>
        <pc:spChg chg="add mod">
          <ac:chgData name="NATALIA MARIA ACEVEDO PRINS" userId="3b821ef4-8a6e-4c43-999f-7e55c7d6f3d1" providerId="ADAL" clId="{9BBB801D-DBA5-5D87-8C70-2FEEE205F0B2}" dt="2026-03-05T20:14:36.379" v="2090" actId="21"/>
          <ac:spMkLst>
            <pc:docMk/>
            <pc:sldMk cId="2059789392" sldId="267"/>
            <ac:spMk id="4" creationId="{76F5D6E9-BBB4-615B-CE8C-DA46A4C316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BF992-F4C2-A94E-B86F-7BD32BB8E787}" type="datetimeFigureOut">
              <a:rPr lang="es-CO" smtClean="0"/>
              <a:t>5/03/26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1F2C8-C4CB-CA4D-9A2B-DE94E69098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855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71F2C8-C4CB-CA4D-9A2B-DE94E690989B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254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2168A-B7B7-53D0-6901-9AC227110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D47F5F-9620-550D-B638-BA7FC7BAA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6A5EF4-BB0D-B208-CDBB-EBB5AC109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FC6687-2C39-1B3F-1378-AA2028A7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DAE39E-4157-E83E-41FB-043BAB02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685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5929B-9192-23F6-BD80-00D3130E1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C075AC-E7F3-B189-6DFA-B973C121C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3C3758-E9E7-B76A-121E-723AD5C7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AAC5EB-BAA4-AA2A-2A2E-82829E01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85AAE4-DE42-63BC-F057-F050E44D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442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89712-3211-5783-DDB0-318124B8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5E9001-F01D-1FEA-3DC8-47C8D89F2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12F6BD-ED76-C582-0668-8B75C743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0F8E43-0C40-0FF3-7AB5-5E3C4945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5D0A11-D0CF-0323-0EB3-3B9B2AEE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927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111D2-0818-9D38-15D1-9F4AA5AB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BDF17A-C45E-3281-5664-F3C0F3332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4EE10B-A0CD-098F-C73C-3BF3EF445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560141-EDC0-709F-06F7-91A452E7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E850A5-A32E-3CE2-677E-78E75481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7DBD8D-14AE-C3F2-A320-388BEB10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815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08C2D-2140-EB79-DFC2-1037D916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29C1B9-7A09-DEF9-9606-21EA90030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5A1B77-89BF-5D58-D835-5BB92088F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FC5C64-8BDC-AE84-AC39-111E39AB0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BB67B5-183A-3575-DC92-B300DFBDC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784106E-EC5E-1A0A-966B-0F899644B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434F60-D3BE-1F15-4A50-71B4D0920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25E2B1-0CA7-66A1-FD0C-769E9FAF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2331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13B28-FB82-5559-4CFA-AB0095B42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B037503-0C3F-3DEA-8021-4110A04F8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FCA267-CF4A-92FA-773E-706E008E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B58B09-2076-9558-C24F-A4F17DB2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0371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266274-5B6F-4E22-C6E6-706999D7A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90182D2-8327-4AF8-DABF-A5C4DE9C8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6E3A20-469B-FB83-7650-4BCBCD0E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572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4EA44-D460-091B-D950-653E11589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437720-2293-AC4C-E193-F97606754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C4E43A-6E93-C205-CD05-818939946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7A66F5-140F-CA99-010B-B1213F25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357D73-439C-E01B-09FB-6B43A202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A43ABE-CC20-C721-F1CE-8A109630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876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15759-1BAC-BB79-04E7-C9342684E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F653A0-A7B2-46E7-FAF8-7DE91F2F4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13A475-FB91-C170-BE16-EB5F78F67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4C21FE-ABF9-A9F0-F1FC-A454E261E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987A9B-96E4-D72E-7F02-105D483E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2FC4F2-91EA-45DF-9696-D64A36C8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5563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0F022-17EC-2FA9-E287-BE17CA2A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6951F0-8DAF-14DE-CAE0-37F09165A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D98DF6-778E-1290-9B48-048B101A6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F55E2D-CE8E-BC10-ED5F-162462DD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267DE6-759B-2CC8-63F7-1CA42602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212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981AFC-E5CF-FA79-A5AF-87C091645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56B9C5-C83E-C567-1798-A9E9BC523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C43C01-EFC0-AA31-4C2E-3DF17CBB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D53C44-3DED-04EA-E1B6-B49C6D93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B427C0-F0A4-000F-6B4F-D89D1688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6637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E781C7-A1D2-2FBF-FE37-35EB2808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1F87E2-673E-A626-32C9-A5EC57799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C0BE1F-2A54-58D4-6EB1-91C823CAF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B3F51-FB8F-4747-84BF-9B9F4D58BDD0}" type="datetimeFigureOut">
              <a:rPr lang="es-CO" smtClean="0"/>
              <a:t>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88ADB3-1A96-2032-91E0-9417A1475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3FF211-28BD-CFD9-EE3F-53C784C75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78DAB-86F6-4E4B-B3AC-62E744B0E2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472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atalia.acevedop@udea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0C042-174B-9301-C264-1EBD1E8D3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721" y="1176684"/>
            <a:ext cx="10254558" cy="124964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CO" sz="4400" b="1" dirty="0">
                <a:latin typeface="Arial Nova Light" panose="020B0304020202020204" pitchFamily="34" charset="0"/>
              </a:rPr>
              <a:t>Optimización de portafolios de Inversión</a:t>
            </a:r>
            <a:br>
              <a:rPr lang="es-CO" sz="4400" b="1" dirty="0">
                <a:latin typeface="Arial Nova Light" panose="020B0304020202020204" pitchFamily="34" charset="0"/>
              </a:rPr>
            </a:br>
            <a:endParaRPr lang="es-CO" sz="4400" b="1" dirty="0">
              <a:latin typeface="Arial Nova Light" panose="020B03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06803E-7BC4-BBCA-DB5F-4555E5087828}"/>
              </a:ext>
            </a:extLst>
          </p:cNvPr>
          <p:cNvSpPr txBox="1"/>
          <p:nvPr/>
        </p:nvSpPr>
        <p:spPr>
          <a:xfrm>
            <a:off x="1524000" y="2290910"/>
            <a:ext cx="8606828" cy="82348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rgbClr val="C00000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</a:lstStyle>
          <a:p>
            <a:r>
              <a:rPr lang="es-CO" dirty="0"/>
              <a:t>Teoría Clásica de selección de Markowitz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D14D5157-FCBB-0B77-88C7-552A8AA667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CO" dirty="0">
                <a:latin typeface="Arial Nova Light" panose="020B0304020202020204" pitchFamily="34" charset="0"/>
              </a:rPr>
              <a:t>Docente: Natalia Acevedo </a:t>
            </a:r>
            <a:r>
              <a:rPr lang="es-CO" dirty="0" err="1">
                <a:latin typeface="Arial Nova Light" panose="020B0304020202020204" pitchFamily="34" charset="0"/>
              </a:rPr>
              <a:t>Prins</a:t>
            </a:r>
            <a:endParaRPr lang="es-CO" dirty="0">
              <a:latin typeface="Arial Nova Light" panose="020B03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CO" dirty="0">
                <a:latin typeface="Arial Nova Light" panose="020B0304020202020204" pitchFamily="34" charset="0"/>
              </a:rPr>
              <a:t>E-mail: </a:t>
            </a:r>
            <a:r>
              <a:rPr lang="es-CO" dirty="0">
                <a:latin typeface="Arial Nova Light" panose="020B0304020202020204" pitchFamily="34" charset="0"/>
                <a:hlinkClick r:id="rId2"/>
              </a:rPr>
              <a:t>natalia.acevedop@udea.edu.co</a:t>
            </a:r>
            <a:endParaRPr lang="es-CO" dirty="0">
              <a:latin typeface="Arial Nova Light" panose="020B03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CO" dirty="0">
                <a:latin typeface="Arial Nova Light" panose="020B0304020202020204" pitchFamily="34" charset="0"/>
              </a:rPr>
              <a:t>Maestría en Métodos Cuantitativos para Economía y Finanzas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CO" dirty="0">
                <a:latin typeface="Arial Nova Light" panose="020B0304020202020204" pitchFamily="34" charset="0"/>
              </a:rPr>
              <a:t>Facultad de Ciencias Económicas.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CO" dirty="0">
                <a:latin typeface="Arial Nova Light" panose="020B0304020202020204" pitchFamily="34" charset="0"/>
              </a:rPr>
              <a:t>Universidad de Antioquia</a:t>
            </a:r>
          </a:p>
          <a:p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8534498-B1C6-7713-5DFA-83C8CC87DA08}"/>
              </a:ext>
            </a:extLst>
          </p:cNvPr>
          <p:cNvSpPr/>
          <p:nvPr/>
        </p:nvSpPr>
        <p:spPr>
          <a:xfrm>
            <a:off x="-1" y="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68955A-0256-3758-C563-F9AE38C1C8B1}"/>
              </a:ext>
            </a:extLst>
          </p:cNvPr>
          <p:cNvSpPr/>
          <p:nvPr/>
        </p:nvSpPr>
        <p:spPr>
          <a:xfrm>
            <a:off x="-2" y="6596743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9473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24327-D2ED-C31E-8A64-FAA9F9BA5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092"/>
            <a:ext cx="10515600" cy="65188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CO" sz="3600" b="1" dirty="0">
                <a:latin typeface="Arial Nova Light" panose="020B0304020202020204" pitchFamily="34" charset="0"/>
              </a:rPr>
              <a:t>Frontera Eficiente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6F6633-0475-2A6E-A4A0-11A405055990}"/>
              </a:ext>
            </a:extLst>
          </p:cNvPr>
          <p:cNvSpPr txBox="1"/>
          <p:nvPr/>
        </p:nvSpPr>
        <p:spPr>
          <a:xfrm>
            <a:off x="325926" y="1126136"/>
            <a:ext cx="11364392" cy="87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O" sz="1800" kern="0" dirty="0">
                <a:solidFill>
                  <a:srgbClr val="000000"/>
                </a:solidFill>
                <a:effectLst/>
                <a:latin typeface="Arial Nova Light" panose="020B0304020202020204" pitchFamily="34" charset="0"/>
                <a:ea typeface="Times New Roman" panose="02020603050405020304" pitchFamily="18" charset="0"/>
              </a:rPr>
              <a:t>Se define como el conjunto de portafolios que maximizan el rendimiento esperado para un nivel determinado de riesgo o, equivalentemente, minimizan el riesgo para un nivel dado de rendimiento esperado </a:t>
            </a:r>
            <a:endParaRPr lang="es-CO" dirty="0">
              <a:latin typeface="Arial Nova Light" panose="020B03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12431AA-1162-2348-0823-50A1E066E983}"/>
              </a:ext>
            </a:extLst>
          </p:cNvPr>
          <p:cNvSpPr/>
          <p:nvPr/>
        </p:nvSpPr>
        <p:spPr>
          <a:xfrm>
            <a:off x="-1" y="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6D27CCB-7327-1665-E062-235AF504262F}"/>
              </a:ext>
            </a:extLst>
          </p:cNvPr>
          <p:cNvSpPr/>
          <p:nvPr/>
        </p:nvSpPr>
        <p:spPr>
          <a:xfrm>
            <a:off x="0" y="6596743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5DFCDEE5-412F-1E7E-0DC0-19B7169E4B4C}"/>
              </a:ext>
            </a:extLst>
          </p:cNvPr>
          <p:cNvGrpSpPr/>
          <p:nvPr/>
        </p:nvGrpSpPr>
        <p:grpSpPr>
          <a:xfrm>
            <a:off x="7199647" y="2274389"/>
            <a:ext cx="4611309" cy="3831053"/>
            <a:chOff x="6117163" y="1968732"/>
            <a:chExt cx="5354878" cy="4446350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06A9DFAA-8B93-2121-EDAB-96464447B4F8}"/>
                </a:ext>
              </a:extLst>
            </p:cNvPr>
            <p:cNvCxnSpPr/>
            <p:nvPr/>
          </p:nvCxnSpPr>
          <p:spPr>
            <a:xfrm>
              <a:off x="6798264" y="5733259"/>
              <a:ext cx="4353887" cy="0"/>
            </a:xfrm>
            <a:prstGeom prst="line">
              <a:avLst/>
            </a:prstGeom>
            <a:ln w="666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0D9E39A8-24A6-6D2D-444F-0F66FA74DD12}"/>
                </a:ext>
              </a:extLst>
            </p:cNvPr>
            <p:cNvCxnSpPr/>
            <p:nvPr/>
          </p:nvCxnSpPr>
          <p:spPr>
            <a:xfrm flipV="1">
              <a:off x="6798264" y="2184352"/>
              <a:ext cx="0" cy="3582099"/>
            </a:xfrm>
            <a:prstGeom prst="line">
              <a:avLst/>
            </a:prstGeom>
            <a:ln w="666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4157461B-F0A5-ECC8-5342-DE4636B07FF2}"/>
                </a:ext>
              </a:extLst>
            </p:cNvPr>
            <p:cNvCxnSpPr/>
            <p:nvPr/>
          </p:nvCxnSpPr>
          <p:spPr>
            <a:xfrm flipV="1">
              <a:off x="8975207" y="2847446"/>
              <a:ext cx="1447102" cy="2155970"/>
            </a:xfrm>
            <a:prstGeom prst="line">
              <a:avLst/>
            </a:prstGeom>
            <a:ln w="508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Forma libre: forma 14">
              <a:extLst>
                <a:ext uri="{FF2B5EF4-FFF2-40B4-BE49-F238E27FC236}">
                  <a16:creationId xmlns:a16="http://schemas.microsoft.com/office/drawing/2014/main" id="{699868EC-6C89-877E-46E4-695D83A10B1E}"/>
                </a:ext>
              </a:extLst>
            </p:cNvPr>
            <p:cNvSpPr/>
            <p:nvPr/>
          </p:nvSpPr>
          <p:spPr>
            <a:xfrm>
              <a:off x="8537383" y="2849980"/>
              <a:ext cx="1876187" cy="2143125"/>
            </a:xfrm>
            <a:custGeom>
              <a:avLst/>
              <a:gdLst>
                <a:gd name="connsiteX0" fmla="*/ 1876187 w 1876187"/>
                <a:gd name="connsiteY0" fmla="*/ 0 h 2143125"/>
                <a:gd name="connsiteX1" fmla="*/ 80725 w 1876187"/>
                <a:gd name="connsiteY1" fmla="*/ 1047750 h 2143125"/>
                <a:gd name="connsiteX2" fmla="*/ 447437 w 1876187"/>
                <a:gd name="connsiteY2" fmla="*/ 2143125 h 214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76187" h="2143125">
                  <a:moveTo>
                    <a:pt x="1876187" y="0"/>
                  </a:moveTo>
                  <a:cubicBezTo>
                    <a:pt x="1097518" y="345281"/>
                    <a:pt x="318850" y="690563"/>
                    <a:pt x="80725" y="1047750"/>
                  </a:cubicBezTo>
                  <a:cubicBezTo>
                    <a:pt x="-157400" y="1404937"/>
                    <a:pt x="181531" y="1778794"/>
                    <a:pt x="447437" y="2143125"/>
                  </a:cubicBezTo>
                </a:path>
              </a:pathLst>
            </a:custGeom>
            <a:noFill/>
            <a:ln w="508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600">
                <a:latin typeface="Arial Nova Light" panose="020B0304020202020204" pitchFamily="34" charset="0"/>
              </a:endParaRPr>
            </a:p>
          </p:txBody>
        </p: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8077C713-3C2D-3686-AF70-7AA4C977D6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5393" y="2845925"/>
              <a:ext cx="3606916" cy="114306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7E335DB2-6607-A07B-049C-00902ED47ADA}"/>
                </a:ext>
              </a:extLst>
            </p:cNvPr>
            <p:cNvCxnSpPr>
              <a:cxnSpLocks/>
            </p:cNvCxnSpPr>
            <p:nvPr/>
          </p:nvCxnSpPr>
          <p:spPr>
            <a:xfrm>
              <a:off x="6815393" y="3975402"/>
              <a:ext cx="2185302" cy="1017703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898F3799-8F00-2FF0-5E4E-629D714DC396}"/>
                </a:ext>
              </a:extLst>
            </p:cNvPr>
            <p:cNvSpPr/>
            <p:nvPr/>
          </p:nvSpPr>
          <p:spPr>
            <a:xfrm>
              <a:off x="7437506" y="5680795"/>
              <a:ext cx="3126377" cy="73428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 algn="ctr">
                <a:lnSpc>
                  <a:spcPct val="20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r>
                <a:rPr lang="es-CO" sz="1600" dirty="0">
                  <a:latin typeface="Arial Nova Light" panose="020B03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Volatilidad portafolio</a:t>
              </a:r>
              <a:endParaRPr lang="es-CO" sz="1600" dirty="0">
                <a:solidFill>
                  <a:schemeClr val="accent6">
                    <a:lumMod val="75000"/>
                  </a:schemeClr>
                </a:solidFill>
                <a:latin typeface="Arial Nova Light" panose="020B0304020202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E1B4601-2324-1278-FD51-D89C7EB1124F}"/>
                </a:ext>
              </a:extLst>
            </p:cNvPr>
            <p:cNvSpPr/>
            <p:nvPr/>
          </p:nvSpPr>
          <p:spPr>
            <a:xfrm rot="16200000">
              <a:off x="4464052" y="3621843"/>
              <a:ext cx="4040510" cy="73428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algn="ctr">
                <a:lnSpc>
                  <a:spcPct val="20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r>
                <a:rPr lang="es-CO" sz="1600" dirty="0">
                  <a:latin typeface="Arial Nova Light" panose="020B03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Rendimiento esperado portafolio</a:t>
              </a:r>
              <a:endParaRPr lang="es-CO" sz="1600" dirty="0">
                <a:solidFill>
                  <a:schemeClr val="accent6">
                    <a:lumMod val="75000"/>
                  </a:schemeClr>
                </a:solidFill>
                <a:latin typeface="Arial Nova Light" panose="020B0304020202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D8586D1-26EB-3B98-8F08-31A698F0A866}"/>
                </a:ext>
              </a:extLst>
            </p:cNvPr>
            <p:cNvSpPr/>
            <p:nvPr/>
          </p:nvSpPr>
          <p:spPr>
            <a:xfrm>
              <a:off x="8223471" y="4878421"/>
              <a:ext cx="1563188" cy="73428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 algn="ctr">
                <a:lnSpc>
                  <a:spcPct val="20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r>
                <a:rPr lang="es-CO" sz="1600" dirty="0">
                  <a:latin typeface="Arial Nova Light" panose="020B03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Activo A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383C0656-F127-C9EA-A39F-8562762334FE}"/>
                </a:ext>
              </a:extLst>
            </p:cNvPr>
            <p:cNvSpPr/>
            <p:nvPr/>
          </p:nvSpPr>
          <p:spPr>
            <a:xfrm>
              <a:off x="9737224" y="2263338"/>
              <a:ext cx="1563188" cy="73428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 algn="ctr">
                <a:lnSpc>
                  <a:spcPct val="20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r>
                <a:rPr lang="es-CO" sz="1600" dirty="0">
                  <a:latin typeface="Arial Nova Light" panose="020B03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Activo B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BE1ADE26-F2CC-CC7D-C400-EB6F2337E1D0}"/>
                    </a:ext>
                  </a:extLst>
                </p:cNvPr>
                <p:cNvSpPr txBox="1"/>
                <p:nvPr/>
              </p:nvSpPr>
              <p:spPr>
                <a:xfrm>
                  <a:off x="10791923" y="2928316"/>
                  <a:ext cx="588230" cy="2857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CO" sz="1600" smtClean="0">
                            <a:solidFill>
                              <a:schemeClr val="tx1"/>
                            </a:solidFill>
                            <a:latin typeface="Arial Nova Light" panose="020B030402020202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ρ</m:t>
                        </m:r>
                        <m:r>
                          <m:rPr>
                            <m:nor/>
                          </m:rPr>
                          <a:rPr lang="es-MX" sz="1600" smtClean="0">
                            <a:solidFill>
                              <a:schemeClr val="tx1"/>
                            </a:solidFill>
                            <a:latin typeface="Arial Nova Light" panose="020B030402020202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= 1</m:t>
                        </m:r>
                      </m:oMath>
                    </m:oMathPara>
                  </a14:m>
                  <a:endParaRPr lang="es-CO" sz="1600" dirty="0">
                    <a:solidFill>
                      <a:schemeClr val="tx1"/>
                    </a:solidFill>
                    <a:latin typeface="Arial Nova Light" panose="020B030402020202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BE1ADE26-F2CC-CC7D-C400-EB6F2337E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1923" y="2928316"/>
                  <a:ext cx="588230" cy="285766"/>
                </a:xfrm>
                <a:prstGeom prst="rect">
                  <a:avLst/>
                </a:prstGeom>
                <a:blipFill>
                  <a:blip r:embed="rId2"/>
                  <a:stretch>
                    <a:fillRect l="-7143" t="-20000" r="-7143" b="-45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CC441EB3-5D90-FB35-0CF5-5FD3E795061F}"/>
                    </a:ext>
                  </a:extLst>
                </p:cNvPr>
                <p:cNvSpPr txBox="1"/>
                <p:nvPr/>
              </p:nvSpPr>
              <p:spPr>
                <a:xfrm>
                  <a:off x="10249045" y="3663727"/>
                  <a:ext cx="1222996" cy="2857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MX" sz="1600" smtClean="0">
                            <a:solidFill>
                              <a:schemeClr val="tx1"/>
                            </a:solidFill>
                            <a:latin typeface="Arial Nova Light" panose="020B030402020202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−1 &lt; </m:t>
                        </m:r>
                        <m:r>
                          <m:rPr>
                            <m:nor/>
                          </m:rPr>
                          <a:rPr lang="es-CO" sz="1600" smtClean="0">
                            <a:solidFill>
                              <a:schemeClr val="tx1"/>
                            </a:solidFill>
                            <a:latin typeface="Arial Nova Light" panose="020B030402020202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ρ</m:t>
                        </m:r>
                        <m:r>
                          <m:rPr>
                            <m:nor/>
                          </m:rPr>
                          <a:rPr lang="es-MX" sz="1600" smtClean="0">
                            <a:solidFill>
                              <a:schemeClr val="tx1"/>
                            </a:solidFill>
                            <a:latin typeface="Arial Nova Light" panose="020B030402020202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&lt; 1</m:t>
                        </m:r>
                      </m:oMath>
                    </m:oMathPara>
                  </a14:m>
                  <a:endParaRPr lang="es-CO" sz="1600" dirty="0">
                    <a:solidFill>
                      <a:schemeClr val="tx1"/>
                    </a:solidFill>
                    <a:latin typeface="Arial Nova Light" panose="020B030402020202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CC441EB3-5D90-FB35-0CF5-5FD3E7950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9045" y="3663727"/>
                  <a:ext cx="1222996" cy="285766"/>
                </a:xfrm>
                <a:prstGeom prst="rect">
                  <a:avLst/>
                </a:prstGeom>
                <a:blipFill>
                  <a:blip r:embed="rId3"/>
                  <a:stretch>
                    <a:fillRect l="-7229" t="-25000" r="-4819" b="-45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D551D267-5BEB-1CBE-E89F-38164197B9CB}"/>
                    </a:ext>
                  </a:extLst>
                </p:cNvPr>
                <p:cNvSpPr txBox="1"/>
                <p:nvPr/>
              </p:nvSpPr>
              <p:spPr>
                <a:xfrm>
                  <a:off x="10533578" y="4419868"/>
                  <a:ext cx="830222" cy="2857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CO" sz="1600" smtClean="0">
                            <a:solidFill>
                              <a:schemeClr val="tx1"/>
                            </a:solidFill>
                            <a:latin typeface="Arial Nova Light" panose="020B030402020202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ρ</m:t>
                        </m:r>
                        <m:r>
                          <m:rPr>
                            <m:nor/>
                          </m:rPr>
                          <a:rPr lang="es-MX" sz="1600" smtClean="0">
                            <a:solidFill>
                              <a:schemeClr val="tx1"/>
                            </a:solidFill>
                            <a:latin typeface="Arial Nova Light" panose="020B030402020202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= − 1</m:t>
                        </m:r>
                      </m:oMath>
                    </m:oMathPara>
                  </a14:m>
                  <a:endParaRPr lang="es-CO" sz="1600" dirty="0">
                    <a:solidFill>
                      <a:schemeClr val="tx1"/>
                    </a:solidFill>
                    <a:latin typeface="Arial Nova Light" panose="020B030402020202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D551D267-5BEB-1CBE-E89F-38164197B9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3578" y="4419868"/>
                  <a:ext cx="830222" cy="285766"/>
                </a:xfrm>
                <a:prstGeom prst="rect">
                  <a:avLst/>
                </a:prstGeom>
                <a:blipFill>
                  <a:blip r:embed="rId4"/>
                  <a:stretch>
                    <a:fillRect l="-5263" t="-20000" r="-5263" b="-45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72985F39-A94F-3A74-271A-49E19138A56F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10245714" y="3071199"/>
              <a:ext cx="546210" cy="11442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8C485743-5465-7AA0-84B6-F2C0E1E7F4EC}"/>
                </a:ext>
              </a:extLst>
            </p:cNvPr>
            <p:cNvCxnSpPr>
              <a:stCxn id="19" idx="1"/>
            </p:cNvCxnSpPr>
            <p:nvPr/>
          </p:nvCxnSpPr>
          <p:spPr>
            <a:xfrm flipH="1" flipV="1">
              <a:off x="8762828" y="3800265"/>
              <a:ext cx="1486216" cy="634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33992442-8AC8-259D-FA0A-120A27EBD8A7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 flipV="1">
              <a:off x="7578224" y="4291786"/>
              <a:ext cx="2955353" cy="27096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Diagrama de flujo: conector 38">
              <a:extLst>
                <a:ext uri="{FF2B5EF4-FFF2-40B4-BE49-F238E27FC236}">
                  <a16:creationId xmlns:a16="http://schemas.microsoft.com/office/drawing/2014/main" id="{9AC2500D-F208-0560-157F-66F968A6BCCD}"/>
                </a:ext>
              </a:extLst>
            </p:cNvPr>
            <p:cNvSpPr/>
            <p:nvPr/>
          </p:nvSpPr>
          <p:spPr>
            <a:xfrm>
              <a:off x="8949376" y="4924654"/>
              <a:ext cx="102635" cy="95540"/>
            </a:xfrm>
            <a:prstGeom prst="flowChartConnector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600">
                <a:latin typeface="Arial Nova Light" panose="020B0304020202020204" pitchFamily="34" charset="0"/>
              </a:endParaRPr>
            </a:p>
          </p:txBody>
        </p:sp>
        <p:sp>
          <p:nvSpPr>
            <p:cNvPr id="25" name="Diagrama de flujo: conector 39">
              <a:extLst>
                <a:ext uri="{FF2B5EF4-FFF2-40B4-BE49-F238E27FC236}">
                  <a16:creationId xmlns:a16="http://schemas.microsoft.com/office/drawing/2014/main" id="{F589B33A-F384-FD0C-9B4E-FB38803FDDE8}"/>
                </a:ext>
              </a:extLst>
            </p:cNvPr>
            <p:cNvSpPr/>
            <p:nvPr/>
          </p:nvSpPr>
          <p:spPr>
            <a:xfrm>
              <a:off x="10366622" y="2807085"/>
              <a:ext cx="102635" cy="95540"/>
            </a:xfrm>
            <a:prstGeom prst="flowChartConnector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600">
                <a:latin typeface="Arial Nova Light" panose="020B0304020202020204" pitchFamily="34" charset="0"/>
              </a:endParaRP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692EC8F-DF51-1983-CD7B-14A3036CE039}"/>
              </a:ext>
            </a:extLst>
          </p:cNvPr>
          <p:cNvSpPr txBox="1"/>
          <p:nvPr/>
        </p:nvSpPr>
        <p:spPr>
          <a:xfrm>
            <a:off x="444413" y="2447975"/>
            <a:ext cx="7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b="1">
                <a:solidFill>
                  <a:srgbClr val="C00000"/>
                </a:solidFill>
                <a:latin typeface="Arial Nova Light" panose="020B03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CO" dirty="0"/>
              <a:t>Problema de minimización de la varianza bajo restricciones lineales 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9C42713-2698-0668-5EC9-187072FCA0C7}"/>
              </a:ext>
            </a:extLst>
          </p:cNvPr>
          <p:cNvSpPr txBox="1"/>
          <p:nvPr/>
        </p:nvSpPr>
        <p:spPr>
          <a:xfrm>
            <a:off x="528841" y="3479056"/>
            <a:ext cx="6013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O" dirty="0"/>
              <a:t>Se fundamenta en el enfoque de </a:t>
            </a:r>
            <a:r>
              <a:rPr lang="es-CO" b="1" dirty="0"/>
              <a:t>media-varianza</a:t>
            </a:r>
            <a:r>
              <a:rPr lang="es-CO" dirty="0"/>
              <a:t>, donde, un inversor racional busca :  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DBAA867-7946-6029-39BC-B6252E4A3B14}"/>
              </a:ext>
            </a:extLst>
          </p:cNvPr>
          <p:cNvSpPr txBox="1"/>
          <p:nvPr/>
        </p:nvSpPr>
        <p:spPr>
          <a:xfrm>
            <a:off x="528841" y="3153303"/>
            <a:ext cx="2311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>
              <a:defRPr b="1">
                <a:solidFill>
                  <a:srgbClr val="C00000"/>
                </a:solidFill>
                <a:latin typeface="Arial Nova Light" panose="020B0304020202020204" pitchFamily="34" charset="0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es-CO" dirty="0"/>
              <a:t>Markowitz (1952) : 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FEA1B6D-0603-5341-C351-55BC63E2017B}"/>
              </a:ext>
            </a:extLst>
          </p:cNvPr>
          <p:cNvSpPr txBox="1"/>
          <p:nvPr/>
        </p:nvSpPr>
        <p:spPr>
          <a:xfrm>
            <a:off x="1384784" y="4214180"/>
            <a:ext cx="5470594" cy="8715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lnSpc>
                <a:spcPct val="150000"/>
              </a:lnSpc>
              <a:defRPr kern="0">
                <a:solidFill>
                  <a:srgbClr val="000000"/>
                </a:solidFill>
                <a:effectLst/>
                <a:latin typeface="Arial Nova Light" panose="020B0304020202020204" pitchFamily="34" charset="0"/>
                <a:ea typeface="Times New Roman" panose="02020603050405020304" pitchFamily="18" charset="0"/>
              </a:defRPr>
            </a:lvl1pPr>
          </a:lstStyle>
          <a:p>
            <a:pPr algn="l"/>
            <a:r>
              <a:rPr lang="es-CO" dirty="0"/>
              <a:t>Maximizar el rendimiento esperado para un nivel dado de riesgo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B6159BC-9F9F-9E59-087E-CF6F5E095BC7}"/>
              </a:ext>
            </a:extLst>
          </p:cNvPr>
          <p:cNvSpPr txBox="1"/>
          <p:nvPr/>
        </p:nvSpPr>
        <p:spPr>
          <a:xfrm>
            <a:off x="1418302" y="5223404"/>
            <a:ext cx="5625294" cy="8715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>
              <a:lnSpc>
                <a:spcPct val="150000"/>
              </a:lnSpc>
              <a:defRPr kern="0">
                <a:solidFill>
                  <a:srgbClr val="000000"/>
                </a:solidFill>
                <a:effectLst/>
                <a:latin typeface="Arial Nova Light" panose="020B030402020202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es-CO" dirty="0"/>
              <a:t>Minimizar el riesgo para un nivel dado de rendimiento esperado.</a:t>
            </a:r>
          </a:p>
        </p:txBody>
      </p:sp>
      <p:sp>
        <p:nvSpPr>
          <p:cNvPr id="40" name="Flecha abajo 39">
            <a:extLst>
              <a:ext uri="{FF2B5EF4-FFF2-40B4-BE49-F238E27FC236}">
                <a16:creationId xmlns:a16="http://schemas.microsoft.com/office/drawing/2014/main" id="{E31FF941-B346-D9F1-C037-30F6737695D6}"/>
              </a:ext>
            </a:extLst>
          </p:cNvPr>
          <p:cNvSpPr/>
          <p:nvPr/>
        </p:nvSpPr>
        <p:spPr>
          <a:xfrm>
            <a:off x="911719" y="5433003"/>
            <a:ext cx="320512" cy="52268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Flecha abajo 40">
            <a:extLst>
              <a:ext uri="{FF2B5EF4-FFF2-40B4-BE49-F238E27FC236}">
                <a16:creationId xmlns:a16="http://schemas.microsoft.com/office/drawing/2014/main" id="{9A198711-7BA6-946B-FDB3-EE7C0BFFE0EF}"/>
              </a:ext>
            </a:extLst>
          </p:cNvPr>
          <p:cNvSpPr/>
          <p:nvPr/>
        </p:nvSpPr>
        <p:spPr>
          <a:xfrm rot="10800000">
            <a:off x="940145" y="4458465"/>
            <a:ext cx="320512" cy="52268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1483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FCF29-DAF7-C3AE-00A3-5741059AE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57"/>
            <a:ext cx="10515600" cy="72838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CO" sz="3600" b="1" dirty="0">
                <a:latin typeface="Arial Nova Light" panose="020B0304020202020204" pitchFamily="34" charset="0"/>
              </a:rPr>
              <a:t>Portafolio Eficientes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AA07835-F47D-D725-BB54-65DDFE217D98}"/>
              </a:ext>
            </a:extLst>
          </p:cNvPr>
          <p:cNvSpPr/>
          <p:nvPr/>
        </p:nvSpPr>
        <p:spPr>
          <a:xfrm>
            <a:off x="-1" y="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3F3A652-4DB2-065D-F1A2-48CA35C5C5FD}"/>
              </a:ext>
            </a:extLst>
          </p:cNvPr>
          <p:cNvSpPr/>
          <p:nvPr/>
        </p:nvSpPr>
        <p:spPr>
          <a:xfrm>
            <a:off x="0" y="6596743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95CEC-F006-1933-3691-932D6777EB6D}"/>
              </a:ext>
            </a:extLst>
          </p:cNvPr>
          <p:cNvSpPr txBox="1"/>
          <p:nvPr/>
        </p:nvSpPr>
        <p:spPr>
          <a:xfrm>
            <a:off x="537328" y="1849141"/>
            <a:ext cx="6180840" cy="87158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CO"/>
            </a:defPPr>
            <a:lvl1pPr algn="ctr">
              <a:lnSpc>
                <a:spcPct val="150000"/>
              </a:lnSpc>
              <a:defRPr kern="0">
                <a:solidFill>
                  <a:srgbClr val="000000"/>
                </a:solidFill>
                <a:effectLst/>
                <a:latin typeface="Arial Nova Light" panose="020B030402020202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es-CO" dirty="0"/>
              <a:t>El inversionista no elige activos “uno a uno”, sino un vector de ponderaciones del portafolio. </a:t>
            </a:r>
            <a:r>
              <a:rPr lang="es-CO" b="1" dirty="0"/>
              <a:t>El objetivo es balancear: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E111140-48FC-3A89-EFF7-B6E8EECF6E39}"/>
              </a:ext>
            </a:extLst>
          </p:cNvPr>
          <p:cNvSpPr txBox="1"/>
          <p:nvPr/>
        </p:nvSpPr>
        <p:spPr>
          <a:xfrm>
            <a:off x="7801858" y="1458049"/>
            <a:ext cx="2033833" cy="87158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CO"/>
            </a:defPPr>
            <a:lvl1pPr algn="ctr">
              <a:lnSpc>
                <a:spcPct val="150000"/>
              </a:lnSpc>
              <a:defRPr kern="0">
                <a:solidFill>
                  <a:srgbClr val="000000"/>
                </a:solidFill>
                <a:effectLst/>
                <a:latin typeface="Arial Nova Light" panose="020B030402020202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es-CO" b="1" dirty="0">
                <a:solidFill>
                  <a:srgbClr val="C00000"/>
                </a:solidFill>
              </a:rPr>
              <a:t>Retorno esperado </a:t>
            </a:r>
            <a:r>
              <a:rPr lang="es-CO" dirty="0"/>
              <a:t>(más es mejor)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3E74BA1-5F28-BC23-A3CA-8A5938077DB0}"/>
              </a:ext>
            </a:extLst>
          </p:cNvPr>
          <p:cNvSpPr txBox="1"/>
          <p:nvPr/>
        </p:nvSpPr>
        <p:spPr>
          <a:xfrm>
            <a:off x="7801858" y="2459031"/>
            <a:ext cx="2033833" cy="87158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CO"/>
            </a:defPPr>
            <a:lvl1pPr algn="ctr">
              <a:lnSpc>
                <a:spcPct val="150000"/>
              </a:lnSpc>
              <a:defRPr kern="0">
                <a:solidFill>
                  <a:srgbClr val="000000"/>
                </a:solidFill>
                <a:effectLst/>
                <a:latin typeface="Arial Nova Light" panose="020B030402020202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es-CO" b="1" dirty="0">
                <a:solidFill>
                  <a:srgbClr val="C00000"/>
                </a:solidFill>
              </a:rPr>
              <a:t>Riesgo </a:t>
            </a:r>
          </a:p>
          <a:p>
            <a:r>
              <a:rPr lang="es-CO" dirty="0"/>
              <a:t>( menos es mejor).</a:t>
            </a:r>
          </a:p>
        </p:txBody>
      </p: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41BBFF12-CE32-D2CA-A98E-8AABAD81F46D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718168" y="1893842"/>
            <a:ext cx="1083690" cy="39109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3C2E7B32-36CB-D0B7-410D-3994DEA392B1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6718168" y="2284934"/>
            <a:ext cx="1083690" cy="6098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3D6942A-30B2-879A-3F2D-A17C9C5A7D8F}"/>
              </a:ext>
            </a:extLst>
          </p:cNvPr>
          <p:cNvSpPr txBox="1"/>
          <p:nvPr/>
        </p:nvSpPr>
        <p:spPr>
          <a:xfrm>
            <a:off x="3651103" y="3440325"/>
            <a:ext cx="5167671" cy="4560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>
            <a:defPPr>
              <a:defRPr lang="es-CO"/>
            </a:defPPr>
            <a:lvl1pPr algn="ctr">
              <a:lnSpc>
                <a:spcPct val="150000"/>
              </a:lnSpc>
              <a:defRPr kern="0">
                <a:solidFill>
                  <a:srgbClr val="000000"/>
                </a:solidFill>
                <a:effectLst/>
                <a:latin typeface="Arial Nova Light" panose="020B0304020202020204" pitchFamily="34" charset="0"/>
                <a:ea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s-CO" dirty="0"/>
              <a:t>Como planteamiento del problema teórico: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6327BC0-4A65-820C-0D11-05261DDE8D78}"/>
              </a:ext>
            </a:extLst>
          </p:cNvPr>
          <p:cNvSpPr txBox="1"/>
          <p:nvPr/>
        </p:nvSpPr>
        <p:spPr>
          <a:xfrm>
            <a:off x="6718168" y="4066086"/>
            <a:ext cx="4950250" cy="87158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CO"/>
            </a:defPPr>
            <a:lvl1pPr algn="ctr">
              <a:lnSpc>
                <a:spcPct val="150000"/>
              </a:lnSpc>
              <a:defRPr kern="0">
                <a:solidFill>
                  <a:srgbClr val="000000"/>
                </a:solidFill>
                <a:effectLst/>
                <a:latin typeface="Arial Nova Light" panose="020B0304020202020204" pitchFamily="34" charset="0"/>
                <a:ea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s-CO" altLang="es-CO" dirty="0"/>
              <a:t>Para un límite superior de varianza, se busca el portafolio con máximo retorno esperado</a:t>
            </a:r>
            <a:endParaRPr lang="es-CO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481FF63-E63B-4C0F-5AD5-75CF31C029E4}"/>
              </a:ext>
            </a:extLst>
          </p:cNvPr>
          <p:cNvSpPr txBox="1"/>
          <p:nvPr/>
        </p:nvSpPr>
        <p:spPr>
          <a:xfrm>
            <a:off x="537328" y="4066085"/>
            <a:ext cx="5167671" cy="87158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CO"/>
            </a:defPPr>
            <a:lvl1pPr algn="ctr">
              <a:lnSpc>
                <a:spcPct val="150000"/>
              </a:lnSpc>
              <a:defRPr kern="0">
                <a:solidFill>
                  <a:srgbClr val="000000"/>
                </a:solidFill>
                <a:effectLst/>
                <a:latin typeface="Arial Nova Light" panose="020B0304020202020204" pitchFamily="34" charset="0"/>
                <a:ea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s-CO" altLang="es-CO" dirty="0"/>
              <a:t>Para un límite inferior de retorno esperado, se busca el portafolio con mínima varianza . </a:t>
            </a:r>
            <a:endParaRPr lang="es-CO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D53EC93-B679-B167-C35D-2DC73B874186}"/>
              </a:ext>
            </a:extLst>
          </p:cNvPr>
          <p:cNvSpPr txBox="1"/>
          <p:nvPr/>
        </p:nvSpPr>
        <p:spPr>
          <a:xfrm>
            <a:off x="4191785" y="5312002"/>
            <a:ext cx="4374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altLang="es-CO" b="1" dirty="0">
                <a:latin typeface="Arial" panose="020B0604020202020204" pitchFamily="34" charset="0"/>
              </a:rPr>
              <a:t>Conjunto eficiente media–varianza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51624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207C2-5EFA-FB55-2C95-49B792644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9758"/>
            <a:ext cx="10515600" cy="64886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CO" sz="3600" b="1" dirty="0">
                <a:latin typeface="Arial Nova Light" panose="020B0304020202020204" pitchFamily="34" charset="0"/>
              </a:rPr>
              <a:t>Formulación del problema- Frontera eficiente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32406DC-2A17-0E9C-2AA7-F9F251FB5F99}"/>
                  </a:ext>
                </a:extLst>
              </p:cNvPr>
              <p:cNvSpPr txBox="1"/>
              <p:nvPr/>
            </p:nvSpPr>
            <p:spPr>
              <a:xfrm>
                <a:off x="351147" y="1305347"/>
                <a:ext cx="6898854" cy="4900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lnSpc>
                    <a:spcPct val="150000"/>
                  </a:lnSpc>
                  <a:defRPr kern="0">
                    <a:solidFill>
                      <a:srgbClr val="000000"/>
                    </a:solidFill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defRPr>
                </a:lvl1pPr>
              </a:lstStyle>
              <a:p>
                <a:pPr algn="l"/>
                <a:r>
                  <a:rPr lang="es-CO" sz="1600" dirty="0"/>
                  <a:t>Sea </a:t>
                </a:r>
                <a14:m>
                  <m:oMath xmlns:m="http://schemas.openxmlformats.org/officeDocument/2006/math">
                    <m:r>
                      <a:rPr lang="es-CO" sz="1600"/>
                      <m:t>𝐰</m:t>
                    </m:r>
                    <m:r>
                      <a:rPr lang="es-CO" sz="1600"/>
                      <m:t>∈</m:t>
                    </m:r>
                    <m:sSup>
                      <m:sSupPr>
                        <m:ctrlPr>
                          <a:rPr lang="es-CO" sz="1600"/>
                        </m:ctrlPr>
                      </m:sSupPr>
                      <m:e>
                        <m:r>
                          <a:rPr lang="es-CO" sz="1600"/>
                          <m:t>ℝ</m:t>
                        </m:r>
                      </m:e>
                      <m:sup>
                        <m:r>
                          <a:rPr lang="es-CO" sz="1600"/>
                          <m:t>𝑁</m:t>
                        </m:r>
                      </m:sup>
                    </m:sSup>
                  </m:oMath>
                </a14:m>
                <a:r>
                  <a:rPr lang="es-CO" sz="1600" dirty="0"/>
                  <a:t>el vector de pesos (proporciones de recurso invertidos en cada activo) </a:t>
                </a:r>
              </a:p>
              <a:p>
                <a:pPr algn="l"/>
                <a:r>
                  <a:rPr lang="es-CO" sz="1600" dirty="0"/>
                  <a:t>Restricción presupuestal (portafolio totalmente invertido):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CO" sz="1600"/>
                        </m:ctrlPr>
                      </m:sSupPr>
                      <m:e>
                        <m:r>
                          <a:rPr lang="es-CO" sz="1600"/>
                          <m:t>𝟏</m:t>
                        </m:r>
                      </m:e>
                      <m:sup>
                        <m:r>
                          <a:rPr lang="es-CO" sz="1600"/>
                          <m:t>⊤</m:t>
                        </m:r>
                      </m:sup>
                    </m:sSup>
                    <m:r>
                      <a:rPr lang="es-CO" sz="1600"/>
                      <m:t>𝐰</m:t>
                    </m:r>
                    <m:r>
                      <a:rPr lang="es-CO" sz="1600"/>
                      <m:t>=1.</m:t>
                    </m:r>
                  </m:oMath>
                </a14:m>
                <a:r>
                  <a:rPr lang="es-CO" sz="1600" dirty="0"/>
                  <a:t> </a:t>
                </a:r>
              </a:p>
              <a:p>
                <a:pPr algn="l"/>
                <a:r>
                  <a:rPr lang="es-CO" sz="1600" dirty="0"/>
                  <a:t>Si no se permite venta en corto (</a:t>
                </a:r>
                <a:r>
                  <a:rPr lang="es-CO" sz="1600" dirty="0" err="1"/>
                  <a:t>long-only</a:t>
                </a:r>
                <a:r>
                  <a:rPr lang="es-CO" sz="1600" dirty="0"/>
                  <a:t>):</a:t>
                </a:r>
              </a:p>
              <a:p>
                <a14:m>
                  <m:oMath xmlns:m="http://schemas.openxmlformats.org/officeDocument/2006/math">
                    <m:r>
                      <a:rPr lang="es-CO" sz="1600"/>
                      <m:t>𝐰</m:t>
                    </m:r>
                    <m:r>
                      <a:rPr lang="es-CO" sz="1600"/>
                      <m:t>≥0(</m:t>
                    </m:r>
                    <m:r>
                      <m:rPr>
                        <m:nor/>
                      </m:rPr>
                      <a:rPr lang="es-CO" sz="1600"/>
                      <m:t>componente</m:t>
                    </m:r>
                    <m:r>
                      <m:rPr>
                        <m:nor/>
                      </m:rPr>
                      <a:rPr lang="es-CO" sz="1600"/>
                      <m:t> </m:t>
                    </m:r>
                    <m:r>
                      <m:rPr>
                        <m:nor/>
                      </m:rPr>
                      <a:rPr lang="es-CO" sz="1600"/>
                      <m:t>a</m:t>
                    </m:r>
                    <m:r>
                      <m:rPr>
                        <m:nor/>
                      </m:rPr>
                      <a:rPr lang="es-CO" sz="1600"/>
                      <m:t> </m:t>
                    </m:r>
                    <m:r>
                      <m:rPr>
                        <m:nor/>
                      </m:rPr>
                      <a:rPr lang="es-CO" sz="1600"/>
                      <m:t>componente</m:t>
                    </m:r>
                    <m:r>
                      <a:rPr lang="es-CO" sz="1600"/>
                      <m:t>).</m:t>
                    </m:r>
                  </m:oMath>
                </a14:m>
                <a:r>
                  <a:rPr lang="es-CO" sz="1600" dirty="0"/>
                  <a:t> </a:t>
                </a:r>
              </a:p>
              <a:p>
                <a:pPr algn="l"/>
                <a:r>
                  <a:rPr lang="es-CO" sz="1600" dirty="0"/>
                  <a:t>Esta restricción (desigualdad) convierte el problema en programación cuadrática </a:t>
                </a:r>
              </a:p>
              <a:p>
                <a:pPr algn="l"/>
                <a:endParaRPr lang="es-CO" sz="1600" dirty="0"/>
              </a:p>
              <a:p>
                <a:pPr algn="l"/>
                <a:r>
                  <a:rPr lang="es-CO" sz="1600" dirty="0"/>
                  <a:t>Sea </a:t>
                </a:r>
                <a14:m>
                  <m:oMath xmlns:m="http://schemas.openxmlformats.org/officeDocument/2006/math">
                    <m:r>
                      <a:rPr lang="es-CO" sz="1600"/>
                      <m:t>𝐑</m:t>
                    </m:r>
                  </m:oMath>
                </a14:m>
                <a:r>
                  <a:rPr lang="es-CO" sz="1600" dirty="0"/>
                  <a:t> el vector aleatorio de rendimientos </a:t>
                </a:r>
              </a:p>
              <a:p>
                <a:pPr algn="l"/>
                <a:r>
                  <a:rPr lang="es-CO" sz="1600" dirty="0"/>
                  <a:t>Media (vector de retornos esperados):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s-CO" sz="1600"/>
                      <m:t>𝝁</m:t>
                    </m:r>
                    <m:r>
                      <a:rPr lang="es-CO" sz="1600"/>
                      <m:t>=</m:t>
                    </m:r>
                    <m:r>
                      <a:rPr lang="es-CO" sz="1600"/>
                      <m:t>𝔼</m:t>
                    </m:r>
                    <m:r>
                      <a:rPr lang="es-CO" sz="1600"/>
                      <m:t>[</m:t>
                    </m:r>
                    <m:r>
                      <a:rPr lang="es-CO" sz="1600"/>
                      <m:t>𝐑</m:t>
                    </m:r>
                    <m:r>
                      <a:rPr lang="es-CO" sz="1600"/>
                      <m:t>].</m:t>
                    </m:r>
                  </m:oMath>
                </a14:m>
                <a:r>
                  <a:rPr lang="es-CO" sz="1600" dirty="0"/>
                  <a:t> Matriz de covarianzas: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600"/>
                        <m:t>𝚺</m:t>
                      </m:r>
                      <m:r>
                        <a:rPr lang="es-CO" sz="1600"/>
                        <m:t>=</m:t>
                      </m:r>
                      <m:r>
                        <m:rPr>
                          <m:sty m:val="p"/>
                        </m:rPr>
                        <a:rPr lang="es-CO" sz="1600"/>
                        <m:t>Cov</m:t>
                      </m:r>
                      <m:r>
                        <a:rPr lang="es-CO" sz="1600"/>
                        <m:t>(</m:t>
                      </m:r>
                      <m:r>
                        <a:rPr lang="es-CO" sz="1600"/>
                        <m:t>𝐑</m:t>
                      </m:r>
                      <m:r>
                        <a:rPr lang="es-CO" sz="1600"/>
                        <m:t>).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32406DC-2A17-0E9C-2AA7-F9F251FB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47" y="1305347"/>
                <a:ext cx="6898854" cy="4900316"/>
              </a:xfrm>
              <a:prstGeom prst="rect">
                <a:avLst/>
              </a:prstGeom>
              <a:blipFill>
                <a:blip r:embed="rId3"/>
                <a:stretch>
                  <a:fillRect l="-55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id="{C81D0346-7A2B-4137-57FE-FB282DDB8AEF}"/>
              </a:ext>
            </a:extLst>
          </p:cNvPr>
          <p:cNvSpPr/>
          <p:nvPr/>
        </p:nvSpPr>
        <p:spPr>
          <a:xfrm>
            <a:off x="-1" y="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B919559-4EAF-E9C1-ABA2-68EB962272EE}"/>
                  </a:ext>
                </a:extLst>
              </p:cNvPr>
              <p:cNvSpPr txBox="1"/>
              <p:nvPr/>
            </p:nvSpPr>
            <p:spPr>
              <a:xfrm>
                <a:off x="7627073" y="1834134"/>
                <a:ext cx="3836708" cy="3980449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600" kern="0">
                    <a:solidFill>
                      <a:srgbClr val="000000"/>
                    </a:solidFill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defRPr>
                </a:lvl1pPr>
              </a:lstStyle>
              <a:p>
                <a:pPr algn="ctr"/>
                <a:r>
                  <a:rPr lang="es-CO" dirty="0"/>
                  <a:t>Retorno esperado y varianza del portafolio (forma matricial):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/>
                        <m:t>𝔼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s-CO"/>
                                <m:t>𝑅</m:t>
                              </m:r>
                            </m:e>
                            <m:sub>
                              <m:r>
                                <a:rPr lang="es-CO"/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s-CO"/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s-CO"/>
                          </m:ctrlPr>
                        </m:naryPr>
                        <m:sub>
                          <m:r>
                            <a:rPr lang="es-CO"/>
                            <m:t>𝑖</m:t>
                          </m:r>
                          <m:r>
                            <a:rPr lang="es-CO"/>
                            <m:t>=1</m:t>
                          </m:r>
                        </m:sub>
                        <m:sup>
                          <m:r>
                            <a:rPr lang="es-CO"/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s-CO"/>
                                <m:t>𝑤</m:t>
                              </m:r>
                            </m:e>
                            <m:sub>
                              <m:r>
                                <a:rPr lang="es-CO"/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s-CO"/>
                            <m:t>𝜇</m:t>
                          </m:r>
                        </m:e>
                        <m:sub>
                          <m:r>
                            <a:rPr lang="es-CO"/>
                            <m:t>𝑖</m:t>
                          </m:r>
                        </m:sub>
                      </m:sSub>
                      <m:r>
                        <a:rPr lang="es-CO"/>
                        <m:t>, </m:t>
                      </m:r>
                      <m:r>
                        <a:rPr lang="es-ES"/>
                        <m:t> </m:t>
                      </m:r>
                    </m:oMath>
                  </m:oMathPara>
                </a14:m>
                <a:endParaRPr lang="es-ES" dirty="0"/>
              </a:p>
              <a:p>
                <a:endParaRPr lang="es-C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/>
                        <m:t>Var</m:t>
                      </m:r>
                      <m:r>
                        <a:rPr lang="es-CO"/>
                        <m:t>(</m:t>
                      </m:r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s-CO"/>
                            <m:t>𝑅</m:t>
                          </m:r>
                        </m:e>
                        <m:sub>
                          <m:r>
                            <a:rPr lang="es-CO"/>
                            <m:t>𝑝</m:t>
                          </m:r>
                        </m:sub>
                      </m:sSub>
                      <m:r>
                        <a:rPr lang="es-CO"/>
                        <m:t>)=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s-CO"/>
                          </m:ctrlPr>
                        </m:naryPr>
                        <m:sub>
                          <m:r>
                            <a:rPr lang="es-CO"/>
                            <m:t>𝑖</m:t>
                          </m:r>
                          <m:r>
                            <a:rPr lang="es-CO"/>
                            <m:t>=1</m:t>
                          </m:r>
                        </m:sub>
                        <m:sup>
                          <m:r>
                            <a:rPr lang="es-CO"/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s-CO"/>
                              </m:ctrlPr>
                            </m:naryPr>
                            <m:sub>
                              <m:r>
                                <a:rPr lang="es-CO"/>
                                <m:t>𝑗</m:t>
                              </m:r>
                              <m:r>
                                <a:rPr lang="es-CO"/>
                                <m:t>=1</m:t>
                              </m:r>
                            </m:sub>
                            <m:sup>
                              <m:r>
                                <a:rPr lang="es-CO"/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CO"/>
                                  </m:ctrlPr>
                                </m:sSubPr>
                                <m:e>
                                  <m:r>
                                    <a:rPr lang="es-CO"/>
                                    <m:t>𝑤</m:t>
                                  </m:r>
                                </m:e>
                                <m:sub>
                                  <m:r>
                                    <a:rPr lang="es-CO"/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s-CO"/>
                            <m:t>𝑤</m:t>
                          </m:r>
                        </m:e>
                        <m:sub>
                          <m:r>
                            <a:rPr lang="es-CO"/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s-CO"/>
                            <m:t>𝜎</m:t>
                          </m:r>
                        </m:e>
                        <m:sub>
                          <m:r>
                            <a:rPr lang="es-CO"/>
                            <m:t>𝑖𝑗</m:t>
                          </m:r>
                        </m:sub>
                      </m:sSub>
                      <m:r>
                        <a:rPr lang="es-CO"/>
                        <m:t>,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B919559-4EAF-E9C1-ABA2-68EB96227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073" y="1834134"/>
                <a:ext cx="3836708" cy="3980449"/>
              </a:xfrm>
              <a:prstGeom prst="rect">
                <a:avLst/>
              </a:prstGeom>
              <a:blipFill>
                <a:blip r:embed="rId4"/>
                <a:stretch>
                  <a:fillRect l="-3289" b="-698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ángulo 14">
            <a:extLst>
              <a:ext uri="{FF2B5EF4-FFF2-40B4-BE49-F238E27FC236}">
                <a16:creationId xmlns:a16="http://schemas.microsoft.com/office/drawing/2014/main" id="{96FAA737-B7F5-C463-E466-E9C4125DC9F3}"/>
              </a:ext>
            </a:extLst>
          </p:cNvPr>
          <p:cNvSpPr/>
          <p:nvPr/>
        </p:nvSpPr>
        <p:spPr>
          <a:xfrm>
            <a:off x="0" y="6596743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225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935B2-2317-4552-874A-0F0B13084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337" y="433634"/>
            <a:ext cx="10515600" cy="7092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CO" sz="3600" b="1" dirty="0">
                <a:latin typeface="Arial Nova Light" panose="020B0304020202020204" pitchFamily="34" charset="0"/>
              </a:rPr>
              <a:t>Enfoques del Problema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3243F6A-4671-97F2-523C-495C51A56C30}"/>
              </a:ext>
            </a:extLst>
          </p:cNvPr>
          <p:cNvSpPr/>
          <p:nvPr/>
        </p:nvSpPr>
        <p:spPr>
          <a:xfrm>
            <a:off x="-1" y="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6228D09-65F4-8009-330F-1A1FF91DBDE6}"/>
              </a:ext>
            </a:extLst>
          </p:cNvPr>
          <p:cNvSpPr/>
          <p:nvPr/>
        </p:nvSpPr>
        <p:spPr>
          <a:xfrm>
            <a:off x="-2" y="662233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4EB7993-C3E9-318E-EB65-9F0180893FD6}"/>
                  </a:ext>
                </a:extLst>
              </p:cNvPr>
              <p:cNvSpPr txBox="1"/>
              <p:nvPr/>
            </p:nvSpPr>
            <p:spPr>
              <a:xfrm>
                <a:off x="8644379" y="2130718"/>
                <a:ext cx="3261673" cy="3677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</a:lstStyle>
              <a:p>
                <a:r>
                  <a:rPr lang="es-CO" dirty="0"/>
                  <a:t>Tercer problema </a:t>
                </a:r>
                <a:r>
                  <a:rPr lang="es-CO" b="1" dirty="0">
                    <a:solidFill>
                      <a:srgbClr val="C00000"/>
                    </a:solidFill>
                  </a:rPr>
                  <a:t>“preferencias”</a:t>
                </a:r>
                <a:r>
                  <a:rPr lang="es-CO" dirty="0"/>
                  <a:t>:</a:t>
                </a:r>
              </a:p>
              <a:p>
                <a:r>
                  <a:rPr lang="es-CO" dirty="0"/>
                  <a:t> maximizar utilidad media–varianza</a:t>
                </a:r>
              </a:p>
              <a:p>
                <a:r>
                  <a:rPr lang="es-CO" dirty="0"/>
                  <a:t>Una forma muy usada para conectar con aversión al riesgo es:</a:t>
                </a:r>
              </a:p>
              <a:p>
                <a:endParaRPr lang="es-C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CO"/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CO"/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s-CO"/>
                            <m:t>w</m:t>
                          </m:r>
                        </m:lim>
                      </m:limLow>
                      <m:r>
                        <m:rPr>
                          <m:nor/>
                        </m:rPr>
                        <a:rPr lang="es-CO"/>
                        <m:t>  </m:t>
                      </m:r>
                      <m:sSup>
                        <m:sSupPr>
                          <m:ctrlPr>
                            <a:rPr lang="es-CO"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O"/>
                            <m:t>μ</m:t>
                          </m:r>
                        </m:e>
                        <m:sup>
                          <m:r>
                            <a:rPr lang="es-CO"/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s-CO"/>
                        <m:t>w</m:t>
                      </m:r>
                      <m:r>
                        <a:rPr lang="es-CO"/>
                        <m:t>−</m:t>
                      </m:r>
                      <m:f>
                        <m:fPr>
                          <m:ctrlPr>
                            <a:rPr lang="es-CO"/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/>
                            <m:t>γ</m:t>
                          </m:r>
                        </m:num>
                        <m:den>
                          <m:r>
                            <a:rPr lang="es-CO"/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CO"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O"/>
                            <m:t>w</m:t>
                          </m:r>
                        </m:e>
                        <m:sup>
                          <m:r>
                            <a:rPr lang="es-CO"/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s-CO"/>
                        <m:t>Σw</m:t>
                      </m:r>
                    </m:oMath>
                  </m:oMathPara>
                </a14:m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/>
                        <m:t>s</m:t>
                      </m:r>
                      <m:r>
                        <m:rPr>
                          <m:nor/>
                        </m:rPr>
                        <a:rPr lang="es-CO"/>
                        <m:t>.</m:t>
                      </m:r>
                      <m:r>
                        <m:rPr>
                          <m:nor/>
                        </m:rPr>
                        <a:rPr lang="es-CO"/>
                        <m:t>a</m:t>
                      </m:r>
                      <m:r>
                        <m:rPr>
                          <m:nor/>
                        </m:rPr>
                        <a:rPr lang="es-CO"/>
                        <m:t>.</m:t>
                      </m:r>
                      <m:sSup>
                        <m:sSupPr>
                          <m:ctrlPr>
                            <a:rPr lang="es-CO"/>
                          </m:ctrlPr>
                        </m:sSupPr>
                        <m:e>
                          <m:r>
                            <a:rPr lang="es-CO"/>
                            <m:t>1</m:t>
                          </m:r>
                        </m:e>
                        <m:sup>
                          <m:r>
                            <a:rPr lang="es-CO"/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s-CO"/>
                        <m:t>w</m:t>
                      </m:r>
                      <m:r>
                        <a:rPr lang="es-CO"/>
                        <m:t>=1</m:t>
                      </m:r>
                    </m:oMath>
                  </m:oMathPara>
                </a14:m>
                <a:endParaRPr lang="es-ES" dirty="0"/>
              </a:p>
              <a:p>
                <a:pPr/>
                <a:endParaRPr lang="es-C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/>
                        <m:t>(</m:t>
                      </m:r>
                      <m:r>
                        <m:rPr>
                          <m:nor/>
                        </m:rPr>
                        <a:rPr lang="es-CO"/>
                        <m:t>y</m:t>
                      </m:r>
                      <m:r>
                        <m:rPr>
                          <m:nor/>
                        </m:rPr>
                        <a:rPr lang="es-CO"/>
                        <m:t> </m:t>
                      </m:r>
                      <m:r>
                        <m:rPr>
                          <m:nor/>
                        </m:rPr>
                        <a:rPr lang="es-CO"/>
                        <m:t>opcionalmente</m:t>
                      </m:r>
                      <m:r>
                        <m:rPr>
                          <m:nor/>
                        </m:rPr>
                        <a:rPr lang="es-CO"/>
                        <m:t> </m:t>
                      </m:r>
                      <m:r>
                        <m:rPr>
                          <m:sty m:val="p"/>
                        </m:rPr>
                        <a:rPr lang="es-CO"/>
                        <m:t>w</m:t>
                      </m:r>
                      <m:r>
                        <a:rPr lang="es-CO"/>
                        <m:t>≥0).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4EB7993-C3E9-318E-EB65-9F0180893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4379" y="2130718"/>
                <a:ext cx="3261673" cy="3677866"/>
              </a:xfrm>
              <a:prstGeom prst="rect">
                <a:avLst/>
              </a:prstGeom>
              <a:blipFill>
                <a:blip r:embed="rId2"/>
                <a:stretch>
                  <a:fillRect l="-7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D9B41C79-0083-0C6B-8032-EEB7171455E0}"/>
                  </a:ext>
                </a:extLst>
              </p:cNvPr>
              <p:cNvSpPr txBox="1"/>
              <p:nvPr/>
            </p:nvSpPr>
            <p:spPr>
              <a:xfrm>
                <a:off x="285948" y="2206793"/>
                <a:ext cx="3579829" cy="3427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CO" sz="1600" dirty="0">
                    <a:latin typeface="Arial Nova Light" panose="020B0304020202020204" pitchFamily="34" charset="0"/>
                  </a:rPr>
                  <a:t>Primer problema </a:t>
                </a:r>
                <a:r>
                  <a:rPr lang="es-CO" sz="1600" b="1" dirty="0">
                    <a:solidFill>
                      <a:srgbClr val="C00000"/>
                    </a:solidFill>
                    <a:latin typeface="Arial Nova Light" panose="020B0304020202020204" pitchFamily="34" charset="0"/>
                  </a:rPr>
                  <a:t>frontera eficiente</a:t>
                </a:r>
                <a:r>
                  <a:rPr lang="es-CO" sz="1600" dirty="0">
                    <a:latin typeface="Arial Nova Light" panose="020B0304020202020204" pitchFamily="34" charset="0"/>
                  </a:rPr>
                  <a:t>: </a:t>
                </a:r>
                <a:r>
                  <a:rPr lang="es-CO" sz="1600" b="1" dirty="0">
                    <a:latin typeface="Arial Nova Light" panose="020B0304020202020204" pitchFamily="34" charset="0"/>
                  </a:rPr>
                  <a:t>mínima varianza dado retorno objetivo</a:t>
                </a:r>
              </a:p>
              <a:p>
                <a:pPr>
                  <a:lnSpc>
                    <a:spcPct val="150000"/>
                  </a:lnSpc>
                </a:pPr>
                <a:endParaRPr lang="es-CO" sz="1600" dirty="0">
                  <a:latin typeface="Arial Nova Light" panose="020B03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CO" sz="1600" dirty="0">
                    <a:latin typeface="Arial Nova Light" panose="020B0304020202020204" pitchFamily="34" charset="0"/>
                  </a:rPr>
                  <a:t>Para un retorno objetivo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16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s-CO" sz="1600" b="0" i="0" smtClean="0">
                            <a:latin typeface="Cambria Math" panose="02040503050406030204" pitchFamily="18" charset="0"/>
                          </a:rPr>
                          <m:t>⋆</m:t>
                        </m:r>
                      </m:sup>
                    </m:sSup>
                  </m:oMath>
                </a14:m>
                <a:r>
                  <a:rPr lang="es-CO" sz="1600" dirty="0">
                    <a:latin typeface="Arial Nova Light" panose="020B0304020202020204" pitchFamily="34" charset="0"/>
                  </a:rPr>
                  <a:t>, el punto correspondiente de la frontera se obtiene resolviendo: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limLow>
                              <m:limLowPr>
                                <m:ctrlPr>
                                  <a:rPr lang="es-CO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s-CO" sz="16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s-CO" sz="1600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lim>
                            </m:limLow>
                          </m:e>
                          <m:e>
                            <m:sSup>
                              <m:sSupPr>
                                <m:ctrlPr>
                                  <a:rPr lang="es-CO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s-CO" sz="1600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p>
                                <m:r>
                                  <a:rPr lang="es-CO" sz="1600" b="0" i="0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s-CO" sz="1600" b="0" i="0" smtClean="0">
                                <a:latin typeface="Cambria Math" panose="02040503050406030204" pitchFamily="18" charset="0"/>
                              </a:rPr>
                              <m:t>Σw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s-CO" sz="1600">
                                <a:latin typeface="Arial Nova Light" panose="020B0304020202020204" pitchFamily="34" charset="0"/>
                              </a:rPr>
                              <m:t>s</m:t>
                            </m:r>
                            <m:r>
                              <m:rPr>
                                <m:nor/>
                              </m:rPr>
                              <a:rPr lang="es-CO" sz="1600">
                                <a:latin typeface="Arial Nova Light" panose="020B0304020202020204" pitchFamily="34" charset="0"/>
                              </a:rPr>
                              <m:t>.</m:t>
                            </m:r>
                            <m:r>
                              <m:rPr>
                                <m:nor/>
                              </m:rPr>
                              <a:rPr lang="es-CO" sz="1600">
                                <a:latin typeface="Arial Nova Light" panose="020B0304020202020204" pitchFamily="34" charset="0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s-CO" sz="1600">
                                <a:latin typeface="Arial Nova Light" panose="020B0304020202020204" pitchFamily="34" charset="0"/>
                              </a:rPr>
                              <m:t>.</m:t>
                            </m:r>
                          </m:e>
                          <m:e>
                            <m:sSup>
                              <m:sSupPr>
                                <m:ctrlPr>
                                  <a:rPr lang="es-CO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s-CO" sz="1600" b="0" i="0" smtClean="0"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</m:e>
                              <m:sup>
                                <m:r>
                                  <a:rPr lang="es-CO" sz="1600" b="0" i="0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s-CO" sz="16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  <m:r>
                              <a:rPr lang="es-CO" sz="1600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s-CO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s-CO" sz="1600" b="0" i="0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es-CO" sz="1600" b="0" i="0" smtClean="0"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</m:sup>
                            </m:sSup>
                            <m:r>
                              <a:rPr lang="es-CO" sz="16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>
                            <m:sSup>
                              <m:sSupPr>
                                <m:ctrlPr>
                                  <a:rPr lang="es-CO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O" sz="16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s-CO" sz="1600" b="0" i="0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s-CO" sz="16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  <m:r>
                              <a:rPr lang="es-CO" sz="1600" b="0" i="0" smtClean="0">
                                <a:latin typeface="Cambria Math" panose="02040503050406030204" pitchFamily="18" charset="0"/>
                              </a:rPr>
                              <m:t>=1,</m:t>
                            </m:r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a:rPr lang="es-CO" sz="16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  <m:r>
                              <a:rPr lang="es-CO" sz="1600" b="0" i="0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  <m:r>
                              <m:rPr>
                                <m:nor/>
                              </m:rPr>
                              <a:rPr lang="es-CO" sz="1600">
                                <a:latin typeface="Arial Nova Light" panose="020B0304020202020204" pitchFamily="34" charset="0"/>
                              </a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es-CO" sz="16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D9B41C79-0083-0C6B-8032-EEB717145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48" y="2206793"/>
                <a:ext cx="3579829" cy="3427670"/>
              </a:xfrm>
              <a:prstGeom prst="rect">
                <a:avLst/>
              </a:prstGeom>
              <a:blipFill>
                <a:blip r:embed="rId3"/>
                <a:stretch>
                  <a:fillRect l="-707" b="-7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612B09C-5BA9-8D29-CC52-95009A72C85E}"/>
                  </a:ext>
                </a:extLst>
              </p:cNvPr>
              <p:cNvSpPr txBox="1"/>
              <p:nvPr/>
            </p:nvSpPr>
            <p:spPr>
              <a:xfrm>
                <a:off x="4593211" y="2130718"/>
                <a:ext cx="3579829" cy="3430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</a:lstStyle>
              <a:p>
                <a:r>
                  <a:rPr lang="es-CO" dirty="0"/>
                  <a:t>Segundo Problema: </a:t>
                </a:r>
                <a:r>
                  <a:rPr lang="es-CO" b="1" dirty="0">
                    <a:solidFill>
                      <a:srgbClr val="C00000"/>
                    </a:solidFill>
                  </a:rPr>
                  <a:t>máximo retorno dado nivel de riesgo: </a:t>
                </a:r>
              </a:p>
              <a:p>
                <a:endParaRPr lang="es-CO" b="1" dirty="0">
                  <a:solidFill>
                    <a:srgbClr val="C00000"/>
                  </a:solidFill>
                </a:endParaRPr>
              </a:p>
              <a:p>
                <a:r>
                  <a:rPr lang="es-CO" dirty="0"/>
                  <a:t>Alternativamente, fijado un nivel máximo de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/>
                          <m:t>σ</m:t>
                        </m:r>
                      </m:e>
                      <m:sup>
                        <m:r>
                          <a:rPr lang="es-CO"/>
                          <m:t>2⋆</m:t>
                        </m:r>
                      </m:sup>
                    </m:sSup>
                  </m:oMath>
                </a14:m>
                <a:r>
                  <a:rPr lang="es-CO" dirty="0"/>
                  <a:t>:</a:t>
                </a:r>
              </a:p>
              <a:p>
                <a:endParaRPr lang="es-CO" dirty="0"/>
              </a:p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s-CO"/>
                        </m:ctrlPr>
                      </m:mPr>
                      <m:mr>
                        <m:e>
                          <m:limLow>
                            <m:limLowPr>
                              <m:ctrlPr>
                                <a:rPr lang="es-CO"/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CO"/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s-CO"/>
                                <m:t>w</m:t>
                              </m:r>
                            </m:lim>
                          </m:limLow>
                        </m:e>
                        <m:e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/>
                                <m:t>μ</m:t>
                              </m:r>
                            </m:e>
                            <m:sup>
                              <m:r>
                                <a:rPr lang="es-CO"/>
                                <m:t>⊤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s-CO"/>
                            <m:t>w</m:t>
                          </m:r>
                        </m:e>
                      </m:mr>
                      <m:mr>
                        <m:e>
                          <m:r>
                            <m:rPr>
                              <m:nor/>
                            </m:rPr>
                            <a:rPr lang="es-CO"/>
                            <m:t>s</m:t>
                          </m:r>
                          <m:r>
                            <m:rPr>
                              <m:nor/>
                            </m:rPr>
                            <a:rPr lang="es-CO"/>
                            <m:t>.</m:t>
                          </m:r>
                          <m:r>
                            <m:rPr>
                              <m:nor/>
                            </m:rPr>
                            <a:rPr lang="es-CO"/>
                            <m:t>a</m:t>
                          </m:r>
                          <m:r>
                            <m:rPr>
                              <m:nor/>
                            </m:rPr>
                            <a:rPr lang="es-CO"/>
                            <m:t>.</m:t>
                          </m:r>
                        </m:e>
                        <m:e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/>
                                <m:t>w</m:t>
                              </m:r>
                            </m:e>
                            <m:sup>
                              <m:r>
                                <a:rPr lang="es-CO"/>
                                <m:t>⊤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s-CO"/>
                            <m:t>Σw</m:t>
                          </m:r>
                          <m:r>
                            <a:rPr lang="es-CO"/>
                            <m:t>≤</m:t>
                          </m:r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/>
                                <m:t>σ</m:t>
                              </m:r>
                            </m:e>
                            <m:sup>
                              <m:r>
                                <a:rPr lang="es-CO"/>
                                <m:t>2⋆</m:t>
                              </m:r>
                            </m:sup>
                          </m:sSup>
                          <m:r>
                            <a:rPr lang="es-CO"/>
                            <m:t>,</m:t>
                          </m:r>
                        </m:e>
                      </m:mr>
                      <m:mr>
                        <m:e/>
                        <m:e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a:rPr lang="es-CO"/>
                                <m:t>1</m:t>
                              </m:r>
                            </m:e>
                            <m:sup>
                              <m:r>
                                <a:rPr lang="es-CO"/>
                                <m:t>⊤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s-CO"/>
                            <m:t>w</m:t>
                          </m:r>
                          <m:r>
                            <a:rPr lang="es-CO"/>
                            <m:t>=1,</m:t>
                          </m:r>
                        </m:e>
                      </m:m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es-CO"/>
                            <m:t>w</m:t>
                          </m:r>
                          <m:r>
                            <a:rPr lang="es-CO"/>
                            <m:t>≥0</m:t>
                          </m:r>
                          <m:r>
                            <m:rPr>
                              <m:nor/>
                            </m:rPr>
                            <a:rPr lang="es-CO"/>
                            <m:t> (</m:t>
                          </m:r>
                          <m:r>
                            <m:rPr>
                              <m:nor/>
                            </m:rPr>
                            <a:rPr lang="es-CO"/>
                            <m:t>opcional</m:t>
                          </m:r>
                          <m:r>
                            <m:rPr>
                              <m:nor/>
                            </m:rPr>
                            <a:rPr lang="es-CO"/>
                            <m:t>)</m:t>
                          </m:r>
                          <m:r>
                            <a:rPr lang="es-CO"/>
                            <m:t>.</m:t>
                          </m:r>
                        </m:e>
                      </m:mr>
                    </m:m>
                  </m:oMath>
                </a14:m>
                <a:r>
                  <a:rPr lang="es-CO" dirty="0"/>
                  <a:t> </a:t>
                </a:r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612B09C-5BA9-8D29-CC52-95009A72C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211" y="2130718"/>
                <a:ext cx="3579829" cy="3430106"/>
              </a:xfrm>
              <a:prstGeom prst="rect">
                <a:avLst/>
              </a:prstGeom>
              <a:blipFill>
                <a:blip r:embed="rId4"/>
                <a:stretch>
                  <a:fillRect l="-707" b="-111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759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7863AB6-9AF3-0E94-5289-C4F3EAD05564}"/>
              </a:ext>
            </a:extLst>
          </p:cNvPr>
          <p:cNvSpPr txBox="1"/>
          <p:nvPr/>
        </p:nvSpPr>
        <p:spPr>
          <a:xfrm>
            <a:off x="1397524" y="424207"/>
            <a:ext cx="10272859" cy="5090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3600" b="1">
                <a:latin typeface="Arial Nova Light" panose="020B0304020202020204" pitchFamily="34" charset="0"/>
                <a:ea typeface="+mj-ea"/>
                <a:cs typeface="+mj-cs"/>
              </a:defRPr>
            </a:lvl1pPr>
          </a:lstStyle>
          <a:p>
            <a:r>
              <a:rPr lang="es-CO" dirty="0"/>
              <a:t>Caso clásico: sin restricciones de desigualdad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1B8606-6BA9-BCBA-F722-4F2DA9249EF5}"/>
              </a:ext>
            </a:extLst>
          </p:cNvPr>
          <p:cNvSpPr/>
          <p:nvPr/>
        </p:nvSpPr>
        <p:spPr>
          <a:xfrm>
            <a:off x="-1" y="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A4FB93-74F4-E1A9-B7F6-E75803417625}"/>
              </a:ext>
            </a:extLst>
          </p:cNvPr>
          <p:cNvSpPr/>
          <p:nvPr/>
        </p:nvSpPr>
        <p:spPr>
          <a:xfrm>
            <a:off x="0" y="6603476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FD8350F-D298-9F04-C426-4A3AC35E7407}"/>
              </a:ext>
            </a:extLst>
          </p:cNvPr>
          <p:cNvSpPr txBox="1"/>
          <p:nvPr/>
        </p:nvSpPr>
        <p:spPr>
          <a:xfrm>
            <a:off x="553184" y="1093676"/>
            <a:ext cx="11117199" cy="4156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lnSpc>
                <a:spcPct val="150000"/>
              </a:lnSpc>
              <a:defRPr sz="1600">
                <a:latin typeface="Arial Nova Light" panose="020B0304020202020204" pitchFamily="34" charset="0"/>
              </a:defRPr>
            </a:lvl1pPr>
          </a:lstStyle>
          <a:p>
            <a:r>
              <a:rPr lang="es-CO" dirty="0"/>
              <a:t>Solución clásica sin restricciones:  permite solución cerrada con multiplicadores de Lagrange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A50D0CA-E6AC-4DDB-2FB0-9AF0AB88C876}"/>
                  </a:ext>
                </a:extLst>
              </p:cNvPr>
              <p:cNvSpPr txBox="1"/>
              <p:nvPr/>
            </p:nvSpPr>
            <p:spPr>
              <a:xfrm>
                <a:off x="7603504" y="4475354"/>
                <a:ext cx="3786433" cy="1154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s-CO" sz="1600" dirty="0">
                    <a:latin typeface="Arial Nova Light" panose="020B0304020202020204" pitchFamily="34" charset="0"/>
                  </a:rPr>
                  <a:t>Tomemos en cuenta que en la práctica, con </a:t>
                </a:r>
                <a14:m>
                  <m:oMath xmlns:m="http://schemas.openxmlformats.org/officeDocument/2006/math">
                    <m:r>
                      <a:rPr lang="es-CO" sz="1600">
                        <a:latin typeface="Arial Nova Light" panose="020B0304020202020204" pitchFamily="34" charset="0"/>
                      </a:rPr>
                      <m:t>𝐰</m:t>
                    </m:r>
                    <m:r>
                      <a:rPr lang="es-CO" sz="1600">
                        <a:latin typeface="Arial Nova Light" panose="020B0304020202020204" pitchFamily="34" charset="0"/>
                      </a:rPr>
                      <m:t>≥0</m:t>
                    </m:r>
                  </m:oMath>
                </a14:m>
                <a:r>
                  <a:rPr lang="es-CO" sz="1600" dirty="0">
                    <a:latin typeface="Arial Nova Light" panose="020B0304020202020204" pitchFamily="34" charset="0"/>
                  </a:rPr>
                  <a:t> ya no hay fórmula cerrada y se debe usar programación cuadrática. </a:t>
                </a: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A50D0CA-E6AC-4DDB-2FB0-9AF0AB88C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504" y="4475354"/>
                <a:ext cx="3786433" cy="1154290"/>
              </a:xfrm>
              <a:prstGeom prst="rect">
                <a:avLst/>
              </a:prstGeom>
              <a:blipFill>
                <a:blip r:embed="rId2"/>
                <a:stretch>
                  <a:fillRect r="-334" b="-543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49725AA-7EF6-652A-C559-1F523A0687D2}"/>
                  </a:ext>
                </a:extLst>
              </p:cNvPr>
              <p:cNvSpPr txBox="1"/>
              <p:nvPr/>
            </p:nvSpPr>
            <p:spPr>
              <a:xfrm>
                <a:off x="311870" y="1585809"/>
                <a:ext cx="7125878" cy="4941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s-CO" sz="1600" b="1" dirty="0">
                    <a:solidFill>
                      <a:srgbClr val="C00000"/>
                    </a:solidFill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rPr>
                  <a:t>Problema: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w</m:t>
                          </m:r>
                        </m:lim>
                      </m:limLow>
                      <m:sSup>
                        <m:sSup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w</m:t>
                          </m:r>
                        </m:e>
                        <m:sup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Σw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s-CO" sz="1600" dirty="0">
                  <a:effectLst/>
                  <a:latin typeface="Arial Nova Light" panose="020B0304020202020204" pitchFamily="34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w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=1.</m:t>
                      </m:r>
                    </m:oMath>
                  </m:oMathPara>
                </a14:m>
                <a:br>
                  <a:rPr lang="es-CO" sz="1600" dirty="0"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rPr>
                </a:br>
                <a:endParaRPr lang="es-CO" sz="1600" dirty="0">
                  <a:effectLst/>
                  <a:latin typeface="Arial Nova Light" panose="020B0304020202020204" pitchFamily="34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s-CO" sz="1600" b="1" dirty="0" err="1">
                    <a:solidFill>
                      <a:srgbClr val="C00000"/>
                    </a:solidFill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rPr>
                  <a:t>Lagrangiano</a:t>
                </a:r>
                <a:r>
                  <a:rPr lang="es-CO" sz="1600" b="1" dirty="0">
                    <a:solidFill>
                      <a:srgbClr val="C00000"/>
                    </a:solidFill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ℒ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w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λ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w</m:t>
                          </m:r>
                        </m:e>
                        <m:sup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Σw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λ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w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−1).</m:t>
                      </m:r>
                    </m:oMath>
                  </m:oMathPara>
                </a14:m>
                <a:endParaRPr lang="es-CO" sz="1600" dirty="0">
                  <a:effectLst/>
                  <a:latin typeface="Arial Nova Light" panose="020B0304020202020204" pitchFamily="34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endParaRPr lang="es-CO" sz="1600" dirty="0">
                  <a:effectLst/>
                  <a:latin typeface="Arial Nova Light" panose="020B0304020202020204" pitchFamily="34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s-CO" sz="1600" b="1" dirty="0">
                    <a:solidFill>
                      <a:srgbClr val="C00000"/>
                    </a:solidFill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rPr>
                  <a:t>Condiciones de primer orden:</a:t>
                </a:r>
              </a:p>
              <a:p>
                <a:pPr marL="342900" lvl="0" indent="-342900">
                  <a:lnSpc>
                    <a:spcPct val="150000"/>
                  </a:lnSpc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s-CO" sz="1600" dirty="0"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rPr>
                  <a:t>Derivada respecto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sz="16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lang="es-CO" sz="1600" dirty="0"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w</m:t>
                          </m:r>
                        </m:sub>
                      </m:sSub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ℒ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Σw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λ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1=0⇒</m:t>
                      </m:r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Σw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λ</m:t>
                          </m:r>
                        </m:num>
                        <m:den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1⇒</m:t>
                      </m:r>
                      <m:r>
                        <m:rPr>
                          <m:sty m:val="p"/>
                        </m:rP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w</m:t>
                      </m:r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λ</m:t>
                          </m:r>
                        </m:num>
                        <m:den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1.</m:t>
                      </m:r>
                    </m:oMath>
                  </m:oMathPara>
                </a14:m>
                <a:br>
                  <a:rPr lang="es-CO" sz="1600" dirty="0"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rPr>
                </a:br>
                <a:endParaRPr lang="es-CO" sz="1600" dirty="0">
                  <a:effectLst/>
                  <a:latin typeface="Arial Nova Light" panose="020B0304020202020204" pitchFamily="34" charset="0"/>
                  <a:ea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s-CO" sz="1600" dirty="0"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rPr>
                  <a:t>Impone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CO" sz="1600" b="0" i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e>
                      <m:sup>
                        <m:r>
                          <a:rPr lang="es-CO" sz="1600" b="0" i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⊤</m:t>
                        </m:r>
                      </m:sup>
                    </m:sSup>
                    <m:r>
                      <m:rPr>
                        <m:sty m:val="p"/>
                      </m:rPr>
                      <a:rPr lang="es-CO" sz="16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w</m:t>
                    </m:r>
                    <m:r>
                      <a:rPr lang="es-CO" sz="16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s-CO" sz="1600" dirty="0">
                    <a:effectLst/>
                    <a:latin typeface="Arial Nova Light" panose="020B0304020202020204" pitchFamily="34" charset="0"/>
                    <a:ea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16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O" sz="16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λ</m:t>
                              </m:r>
                            </m:num>
                            <m:den>
                              <m:r>
                                <a:rPr lang="es-CO" sz="16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s-CO" sz="16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16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s-CO" sz="16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=1⇒</m:t>
                      </m:r>
                      <m:f>
                        <m:f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λ</m:t>
                          </m:r>
                        </m:num>
                        <m:den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s-CO" sz="16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6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s-CO" sz="16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⊤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O" sz="16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16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s-CO" sz="16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sz="16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a:rPr lang="es-CO" sz="16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s-CO" sz="1600" dirty="0">
                  <a:effectLst/>
                  <a:latin typeface="Arial Nova Light" panose="020B030402020202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49725AA-7EF6-652A-C559-1F523A068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70" y="1585809"/>
                <a:ext cx="7125878" cy="4941161"/>
              </a:xfrm>
              <a:prstGeom prst="rect">
                <a:avLst/>
              </a:prstGeom>
              <a:blipFill>
                <a:blip r:embed="rId3"/>
                <a:stretch>
                  <a:fillRect l="-3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C710DFF-C03E-C082-E39B-565D0A5D5BFA}"/>
                  </a:ext>
                </a:extLst>
              </p:cNvPr>
              <p:cNvSpPr txBox="1"/>
              <p:nvPr/>
            </p:nvSpPr>
            <p:spPr>
              <a:xfrm>
                <a:off x="8219389" y="2892977"/>
                <a:ext cx="2554664" cy="645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O" sz="18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O" sz="18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GMV</m:t>
                          </m:r>
                        </m:sub>
                      </m:sSub>
                      <m:r>
                        <a:rPr lang="es-CO" sz="18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18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s-CO" sz="18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sz="18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8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s-CO" sz="18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⊤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18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s-CO" sz="18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sz="18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C710DFF-C03E-C082-E39B-565D0A5D5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389" y="2892977"/>
                <a:ext cx="2554664" cy="645754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B4D44D70-9452-B72A-D061-246A464B7484}"/>
              </a:ext>
            </a:extLst>
          </p:cNvPr>
          <p:cNvSpPr txBox="1"/>
          <p:nvPr/>
        </p:nvSpPr>
        <p:spPr>
          <a:xfrm>
            <a:off x="8835666" y="2341326"/>
            <a:ext cx="1322110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CO" sz="1800" dirty="0">
                <a:effectLst/>
                <a:latin typeface="Arial Nova Light" panose="020B0304020202020204" pitchFamily="34" charset="0"/>
                <a:ea typeface="Times New Roman" panose="02020603050405020304" pitchFamily="18" charset="0"/>
              </a:rPr>
              <a:t>Por tanto:</a:t>
            </a:r>
          </a:p>
        </p:txBody>
      </p: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0958F0B9-FCBE-41AC-430D-9977E13D0A09}"/>
              </a:ext>
            </a:extLst>
          </p:cNvPr>
          <p:cNvCxnSpPr>
            <a:cxnSpLocks/>
          </p:cNvCxnSpPr>
          <p:nvPr/>
        </p:nvCxnSpPr>
        <p:spPr>
          <a:xfrm flipV="1">
            <a:off x="5809808" y="3429000"/>
            <a:ext cx="2326899" cy="22378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01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3F74284-2318-6425-887A-B9EAC16CB6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204869"/>
                <a:ext cx="10515600" cy="709531"/>
              </a:xfrm>
            </p:spPr>
            <p:txBody>
              <a:bodyPr vert="horz" lIns="91440" tIns="45720" rIns="91440" bIns="45720" rtlCol="0" anchor="b">
                <a:noAutofit/>
              </a:bodyPr>
              <a:lstStyle/>
              <a:p>
                <a:pPr algn="ctr"/>
                <a:r>
                  <a:rPr lang="es-CO" sz="3600" b="1" dirty="0">
                    <a:latin typeface="Arial Nova Light" panose="020B0304020202020204" pitchFamily="34" charset="0"/>
                  </a:rPr>
                  <a:t>Portafolio eficiente con un retorno objetivo </a:t>
                </a:r>
                <a14:m>
                  <m:oMath xmlns:m="http://schemas.openxmlformats.org/officeDocument/2006/math">
                    <m:r>
                      <a:rPr lang="es-CO" sz="3600" b="1" i="1" dirty="0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s-CO" sz="3600" b="1" dirty="0">
                  <a:latin typeface="Arial Nova Light" panose="020B0304020202020204" pitchFamily="34" charset="0"/>
                </a:endParaRPr>
              </a:p>
            </p:txBody>
          </p:sp>
        </mc:Choice>
        <mc:Fallback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3F74284-2318-6425-887A-B9EAC16CB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204869"/>
                <a:ext cx="10515600" cy="709531"/>
              </a:xfrm>
              <a:blipFill>
                <a:blip r:embed="rId2"/>
                <a:stretch>
                  <a:fillRect t="-3571" b="-339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5">
                <a:extLst>
                  <a:ext uri="{FF2B5EF4-FFF2-40B4-BE49-F238E27FC236}">
                    <a16:creationId xmlns:a16="http://schemas.microsoft.com/office/drawing/2014/main" id="{B983D885-B064-1007-E610-F6091A9F29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998" y="1057478"/>
                <a:ext cx="5794343" cy="4096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CO" sz="1400" dirty="0"/>
                  <a:t>Determinación del escalar </a:t>
                </a:r>
                <a14:m>
                  <m:oMath xmlns:m="http://schemas.openxmlformats.org/officeDocument/2006/math">
                    <m:r>
                      <a:rPr lang="es-CO" sz="1400"/>
                      <m:t>𝛌</m:t>
                    </m:r>
                  </m:oMath>
                </a14:m>
                <a:endParaRPr lang="es-CO" sz="1400" dirty="0"/>
              </a:p>
              <a:p>
                <a:r>
                  <a:rPr lang="es-CO" sz="1400" dirty="0"/>
                  <a:t>Sustituimos </a:t>
                </a:r>
                <a14:m>
                  <m:oMath xmlns:m="http://schemas.openxmlformats.org/officeDocument/2006/math">
                    <m:r>
                      <a:rPr lang="es-CO" sz="1400"/>
                      <m:t>𝑤</m:t>
                    </m:r>
                  </m:oMath>
                </a14:m>
                <a:r>
                  <a:rPr lang="es-CO" sz="1400" dirty="0"/>
                  <a:t> en la restricción de presupuesto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a:rPr lang="es-CO" sz="1400"/>
                          <m:t>𝑤</m:t>
                        </m:r>
                      </m:e>
                      <m:sup>
                        <m:r>
                          <a:rPr lang="es-CO" sz="1400"/>
                          <m:t>𝑇</m:t>
                        </m:r>
                      </m:sup>
                    </m:sSup>
                    <m:r>
                      <a:rPr lang="es-CO" sz="1400"/>
                      <m:t>1=1</m:t>
                    </m:r>
                  </m:oMath>
                </a14:m>
                <a:r>
                  <a:rPr lang="es-CO" sz="1400" dirty="0"/>
                  <a:t>):</a:t>
                </a:r>
                <a:br>
                  <a:rPr lang="es-CO" sz="14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d>
                          <m:dPr>
                            <m:ctrlPr>
                              <a:rPr lang="es-CO" sz="1400"/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s-CO" sz="1400"/>
                              <m:t>λ</m:t>
                            </m:r>
                            <m:sSup>
                              <m:sSupPr>
                                <m:ctrlPr>
                                  <a:rPr lang="es-CO" sz="1400"/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s-CO" sz="1400"/>
                                  <m:t>Σ</m:t>
                                </m:r>
                              </m:e>
                              <m:sup>
                                <m:r>
                                  <a:rPr lang="es-CO" sz="1400"/>
                                  <m:t>−1</m:t>
                                </m:r>
                              </m:sup>
                            </m:sSup>
                            <m:r>
                              <a:rPr lang="es-CO" sz="1400"/>
                              <m:t>1</m:t>
                            </m:r>
                          </m:e>
                        </m:d>
                      </m:e>
                      <m:sup>
                        <m:r>
                          <a:rPr lang="es-CO" sz="1400"/>
                          <m:t>𝑇</m:t>
                        </m:r>
                      </m:sup>
                    </m:sSup>
                    <m:r>
                      <a:rPr lang="es-CO" sz="1400"/>
                      <m:t>1=1</m:t>
                    </m:r>
                  </m:oMath>
                </a14:m>
                <a:r>
                  <a:rPr lang="es-CO" sz="1400" dirty="0"/>
                  <a:t> Como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sz="1400"/>
                      <m:t>Σ</m:t>
                    </m:r>
                  </m:oMath>
                </a14:m>
                <a:r>
                  <a:rPr lang="es-CO" sz="1400" dirty="0"/>
                  <a:t> es simétrica,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d>
                          <m:dPr>
                            <m:ctrlPr>
                              <a:rPr lang="es-CO" sz="1400"/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CO" sz="1400"/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s-CO" sz="1400"/>
                                  <m:t>Σ</m:t>
                                </m:r>
                              </m:e>
                              <m:sup>
                                <m:r>
                                  <a:rPr lang="es-CO" sz="1400"/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s-CO" sz="1400"/>
                          <m:t>𝑇</m:t>
                        </m:r>
                      </m:sup>
                    </m:sSup>
                    <m:r>
                      <a:rPr lang="es-CO" sz="1400"/>
                      <m:t>=</m:t>
                    </m:r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1400"/>
                          <m:t>Σ</m:t>
                        </m:r>
                      </m:e>
                      <m:sup>
                        <m:r>
                          <a:rPr lang="es-CO" sz="1400"/>
                          <m:t>−1</m:t>
                        </m:r>
                      </m:sup>
                    </m:sSup>
                  </m:oMath>
                </a14:m>
                <a:r>
                  <a:rPr lang="es-CO" sz="1400" dirty="0"/>
                  <a:t>:</a:t>
                </a:r>
              </a:p>
              <a:p>
                <a:br>
                  <a:rPr lang="es-CO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1400"/>
                        <m:t>λ</m:t>
                      </m:r>
                      <m:d>
                        <m:dPr>
                          <m:ctrlPr>
                            <a:rPr lang="es-CO" sz="1400"/>
                          </m:ctrlPr>
                        </m:dPr>
                        <m:e>
                          <m:sSup>
                            <m:sSupPr>
                              <m:ctrlPr>
                                <a:rPr lang="es-CO" sz="1400"/>
                              </m:ctrlPr>
                            </m:sSupPr>
                            <m:e>
                              <m:r>
                                <a:rPr lang="es-CO" sz="1400"/>
                                <m:t>1</m:t>
                              </m:r>
                            </m:e>
                            <m:sup>
                              <m:r>
                                <a:rPr lang="es-CO" sz="1400"/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O" sz="1400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1400"/>
                                <m:t>Σ</m:t>
                              </m:r>
                            </m:e>
                            <m:sup>
                              <m:r>
                                <a:rPr lang="es-CO" sz="1400"/>
                                <m:t>−1</m:t>
                              </m:r>
                            </m:sup>
                          </m:sSup>
                          <m:r>
                            <a:rPr lang="es-CO" sz="1400"/>
                            <m:t>1</m:t>
                          </m:r>
                        </m:e>
                      </m:d>
                      <m:r>
                        <a:rPr lang="es-CO" sz="1400"/>
                        <m:t>=1</m:t>
                      </m:r>
                    </m:oMath>
                  </m:oMathPara>
                </a14:m>
                <a:endParaRPr lang="es-CO" sz="1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1400"/>
                        <m:t>λ</m:t>
                      </m:r>
                      <m:r>
                        <a:rPr lang="es-CO" sz="1400"/>
                        <m:t>=</m:t>
                      </m:r>
                      <m:f>
                        <m:fPr>
                          <m:ctrlPr>
                            <a:rPr lang="es-CO" sz="1400"/>
                          </m:ctrlPr>
                        </m:fPr>
                        <m:num>
                          <m:r>
                            <a:rPr lang="es-CO" sz="1400"/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s-CO" sz="1400"/>
                              </m:ctrlPr>
                            </m:sSupPr>
                            <m:e>
                              <m:r>
                                <a:rPr lang="es-CO" sz="1400"/>
                                <m:t>1</m:t>
                              </m:r>
                            </m:e>
                            <m:sup>
                              <m:r>
                                <a:rPr lang="es-CO" sz="1400"/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O" sz="1400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1400"/>
                                <m:t>Σ</m:t>
                              </m:r>
                            </m:e>
                            <m:sup>
                              <m:r>
                                <a:rPr lang="es-CO" sz="1400"/>
                                <m:t>−1</m:t>
                              </m:r>
                            </m:sup>
                          </m:sSup>
                          <m:r>
                            <a:rPr lang="es-CO" sz="1400"/>
                            <m:t>1</m:t>
                          </m:r>
                        </m:den>
                      </m:f>
                    </m:oMath>
                  </m:oMathPara>
                </a14:m>
                <a:endParaRPr lang="es-CO" sz="1400" dirty="0"/>
              </a:p>
              <a:p>
                <a:r>
                  <a:rPr lang="es-CO" sz="1400" dirty="0"/>
                  <a:t>Solución final</a:t>
                </a:r>
              </a:p>
              <a:p>
                <a:r>
                  <a:rPr lang="es-CO" sz="1400" dirty="0"/>
                  <a:t>Sustituyendo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sz="1400"/>
                      <m:t>λ</m:t>
                    </m:r>
                  </m:oMath>
                </a14:m>
                <a:r>
                  <a:rPr lang="es-CO" sz="1400" dirty="0"/>
                  <a:t> de vuelta en la ecuación de </a:t>
                </a:r>
                <a14:m>
                  <m:oMath xmlns:m="http://schemas.openxmlformats.org/officeDocument/2006/math">
                    <m:r>
                      <a:rPr lang="es-CO" sz="1400"/>
                      <m:t>𝑤</m:t>
                    </m:r>
                  </m:oMath>
                </a14:m>
                <a:r>
                  <a:rPr lang="es-CO" sz="1400" dirty="0"/>
                  <a:t>:</a:t>
                </a:r>
                <a:br>
                  <a:rPr lang="es-CO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1400"/>
                          </m:ctrlPr>
                        </m:sSupPr>
                        <m:e>
                          <m:r>
                            <a:rPr lang="es-CO" sz="1400"/>
                            <m:t>𝑤</m:t>
                          </m:r>
                        </m:e>
                        <m:sup>
                          <m:r>
                            <a:rPr lang="es-CO" sz="1400"/>
                            <m:t>∗</m:t>
                          </m:r>
                        </m:sup>
                      </m:sSup>
                      <m:r>
                        <a:rPr lang="es-CO" sz="1400"/>
                        <m:t>=</m:t>
                      </m:r>
                      <m:f>
                        <m:fPr>
                          <m:ctrlPr>
                            <a:rPr lang="es-CO" sz="1400"/>
                          </m:ctrlPr>
                        </m:fPr>
                        <m:num>
                          <m:sSup>
                            <m:sSupPr>
                              <m:ctrlPr>
                                <a:rPr lang="es-CO" sz="1400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1400"/>
                                <m:t>Σ</m:t>
                              </m:r>
                            </m:e>
                            <m:sup>
                              <m:r>
                                <a:rPr lang="es-CO" sz="1400"/>
                                <m:t>−1</m:t>
                              </m:r>
                            </m:sup>
                          </m:sSup>
                          <m:r>
                            <a:rPr lang="es-CO" sz="1400"/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s-CO" sz="1400"/>
                              </m:ctrlPr>
                            </m:sSupPr>
                            <m:e>
                              <m:r>
                                <a:rPr lang="es-CO" sz="1400"/>
                                <m:t>1</m:t>
                              </m:r>
                            </m:e>
                            <m:sup>
                              <m:r>
                                <a:rPr lang="es-CO" sz="1400"/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O" sz="1400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1400"/>
                                <m:t>Σ</m:t>
                              </m:r>
                            </m:e>
                            <m:sup>
                              <m:r>
                                <a:rPr lang="es-CO" sz="1400"/>
                                <m:t>−1</m:t>
                              </m:r>
                            </m:sup>
                          </m:sSup>
                          <m:r>
                            <a:rPr lang="es-CO" sz="1400"/>
                            <m:t>1</m:t>
                          </m:r>
                        </m:den>
                      </m:f>
                    </m:oMath>
                  </m:oMathPara>
                </a14:m>
                <a:endParaRPr lang="es-CO" sz="1400" dirty="0"/>
              </a:p>
              <a:p>
                <a:endParaRPr lang="es-CO" sz="1400" dirty="0"/>
              </a:p>
            </p:txBody>
          </p:sp>
        </mc:Choice>
        <mc:Fallback>
          <p:sp>
            <p:nvSpPr>
              <p:cNvPr id="4" name="Marcador de contenido 5">
                <a:extLst>
                  <a:ext uri="{FF2B5EF4-FFF2-40B4-BE49-F238E27FC236}">
                    <a16:creationId xmlns:a16="http://schemas.microsoft.com/office/drawing/2014/main" id="{B983D885-B064-1007-E610-F6091A9F2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1057478"/>
                <a:ext cx="5794343" cy="4096634"/>
              </a:xfrm>
              <a:prstGeom prst="rect">
                <a:avLst/>
              </a:prstGeom>
              <a:blipFill>
                <a:blip r:embed="rId3"/>
                <a:stretch>
                  <a:fillRect l="-4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6FED0B6-F1DE-BB47-93F6-C5726FEED67A}"/>
                  </a:ext>
                </a:extLst>
              </p:cNvPr>
              <p:cNvSpPr txBox="1"/>
              <p:nvPr/>
            </p:nvSpPr>
            <p:spPr>
              <a:xfrm>
                <a:off x="301657" y="914400"/>
                <a:ext cx="6240545" cy="30632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</a:lstStyle>
              <a:p>
                <a:r>
                  <a:rPr lang="es-CO" sz="1400" b="1" dirty="0">
                    <a:solidFill>
                      <a:srgbClr val="C00000"/>
                    </a:solidFill>
                  </a:rPr>
                  <a:t>Problema: Portafolio de mínima varianza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CO" sz="1400"/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CO" sz="1400"/>
                            <m:t>min</m:t>
                          </m:r>
                          <m:sSup>
                            <m:sSupPr>
                              <m:ctrlPr>
                                <a:rPr lang="es-CO" sz="1400"/>
                              </m:ctrlPr>
                            </m:sSupPr>
                            <m:e>
                              <m:r>
                                <a:rPr lang="es-ES" sz="1400"/>
                                <m:t> </m:t>
                              </m:r>
                              <m:r>
                                <a:rPr lang="es-CO" sz="1400"/>
                                <m:t>𝐰</m:t>
                              </m:r>
                            </m:e>
                            <m:sup>
                              <m:r>
                                <a:rPr lang="es-CO" sz="1400"/>
                                <m:t>⊤</m:t>
                              </m:r>
                            </m:sup>
                          </m:sSup>
                          <m:r>
                            <a:rPr lang="es-CO" sz="1400"/>
                            <m:t>𝚺</m:t>
                          </m:r>
                          <m:r>
                            <a:rPr lang="es-CO" sz="1400"/>
                            <m:t>𝐰</m:t>
                          </m:r>
                        </m:e>
                        <m:lim>
                          <m:r>
                            <a:rPr lang="es-CO" sz="1400"/>
                            <m:t>𝐰</m:t>
                          </m:r>
                        </m:lim>
                      </m:limLow>
                      <m:r>
                        <m:rPr>
                          <m:nor/>
                        </m:rPr>
                        <a:rPr lang="es-CO" sz="1400"/>
                        <m:t>  </m:t>
                      </m:r>
                    </m:oMath>
                  </m:oMathPara>
                </a14:m>
                <a:endParaRPr lang="es-ES" sz="1400" dirty="0"/>
              </a:p>
              <a:p>
                <a:endParaRPr lang="es-ES" sz="1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sz="1400"/>
                        <m:t>s</m:t>
                      </m:r>
                      <m:r>
                        <m:rPr>
                          <m:nor/>
                        </m:rPr>
                        <a:rPr lang="es-CO" sz="1400"/>
                        <m:t>.</m:t>
                      </m:r>
                      <m:r>
                        <m:rPr>
                          <m:nor/>
                        </m:rPr>
                        <a:rPr lang="es-CO" sz="1400"/>
                        <m:t>a</m:t>
                      </m:r>
                      <m:r>
                        <m:rPr>
                          <m:nor/>
                        </m:rPr>
                        <a:rPr lang="es-CO" sz="1400"/>
                        <m:t>.</m:t>
                      </m:r>
                      <m:sSup>
                        <m:sSupPr>
                          <m:ctrlPr>
                            <a:rPr lang="es-CO" sz="1400"/>
                          </m:ctrlPr>
                        </m:sSupPr>
                        <m:e>
                          <m:r>
                            <a:rPr lang="es-ES" sz="1400"/>
                            <m:t> </m:t>
                          </m:r>
                          <m:r>
                            <a:rPr lang="es-CO" sz="1400"/>
                            <m:t>𝟏</m:t>
                          </m:r>
                        </m:e>
                        <m:sup>
                          <m:r>
                            <a:rPr lang="es-CO" sz="1400"/>
                            <m:t>⊤</m:t>
                          </m:r>
                        </m:sup>
                      </m:sSup>
                      <m:r>
                        <a:rPr lang="es-CO" sz="1400"/>
                        <m:t>𝐰</m:t>
                      </m:r>
                      <m:r>
                        <a:rPr lang="es-CO" sz="1400"/>
                        <m:t>=1,</m:t>
                      </m:r>
                      <m:r>
                        <m:rPr>
                          <m:nor/>
                        </m:rPr>
                        <a:rPr lang="es-CO" sz="1400"/>
                        <m:t>    </m:t>
                      </m:r>
                    </m:oMath>
                  </m:oMathPara>
                </a14:m>
                <a:endParaRPr lang="es-CO" sz="1400" dirty="0"/>
              </a:p>
              <a:p>
                <a:endParaRPr lang="es-CO" sz="1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1400"/>
                          </m:ctrlPr>
                        </m:sSupPr>
                        <m:e>
                          <m:r>
                            <a:rPr lang="es-CO" sz="1400"/>
                            <m:t>𝝁</m:t>
                          </m:r>
                        </m:e>
                        <m:sup>
                          <m:r>
                            <a:rPr lang="es-CO" sz="1400"/>
                            <m:t>⊤</m:t>
                          </m:r>
                        </m:sup>
                      </m:sSup>
                      <m:r>
                        <a:rPr lang="es-CO" sz="1400"/>
                        <m:t>𝐰</m:t>
                      </m:r>
                      <m:r>
                        <a:rPr lang="es-CO" sz="1400"/>
                        <m:t>=</m:t>
                      </m:r>
                      <m:sSup>
                        <m:sSupPr>
                          <m:ctrlPr>
                            <a:rPr lang="es-CO" sz="1400"/>
                          </m:ctrlPr>
                        </m:sSupPr>
                        <m:e>
                          <m:r>
                            <a:rPr lang="es-CO" sz="1400"/>
                            <m:t>𝑅</m:t>
                          </m:r>
                        </m:e>
                        <m:sup>
                          <m:r>
                            <a:rPr lang="es-CO" sz="1400"/>
                            <m:t>⋆</m:t>
                          </m:r>
                        </m:sup>
                      </m:sSup>
                      <m:r>
                        <a:rPr lang="es-CO" sz="1400"/>
                        <m:t>.</m:t>
                      </m:r>
                    </m:oMath>
                  </m:oMathPara>
                </a14:m>
                <a:endParaRPr lang="es-CO" sz="1400" dirty="0"/>
              </a:p>
              <a:p>
                <a:r>
                  <a:rPr lang="es-CO" sz="1400" b="1" dirty="0">
                    <a:solidFill>
                      <a:srgbClr val="C00000"/>
                    </a:solidFill>
                  </a:rPr>
                  <a:t>Lagrange: </a:t>
                </a:r>
              </a:p>
              <a:p>
                <a14:m>
                  <m:oMath xmlns:m="http://schemas.openxmlformats.org/officeDocument/2006/math">
                    <m:r>
                      <a:rPr lang="es-CO" sz="1400"/>
                      <m:t>ℒ</m:t>
                    </m:r>
                    <m:r>
                      <a:rPr lang="es-CO" sz="1400"/>
                      <m:t>(</m:t>
                    </m:r>
                    <m:r>
                      <a:rPr lang="es-CO" sz="1400"/>
                      <m:t>𝐰</m:t>
                    </m:r>
                    <m:r>
                      <a:rPr lang="es-CO" sz="1400"/>
                      <m:t>,</m:t>
                    </m:r>
                    <m:r>
                      <a:rPr lang="es-CO" sz="1400"/>
                      <m:t>𝜆</m:t>
                    </m:r>
                    <m:r>
                      <a:rPr lang="es-CO" sz="1400"/>
                      <m:t>,</m:t>
                    </m:r>
                    <m:r>
                      <a:rPr lang="es-CO" sz="1400"/>
                      <m:t>𝜈</m:t>
                    </m:r>
                    <m:r>
                      <a:rPr lang="es-CO" sz="1400"/>
                      <m:t>)=</m:t>
                    </m:r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a:rPr lang="es-CO" sz="1400"/>
                          <m:t>𝐰</m:t>
                        </m:r>
                      </m:e>
                      <m:sup>
                        <m:r>
                          <a:rPr lang="es-CO" sz="1400"/>
                          <m:t>⊤</m:t>
                        </m:r>
                      </m:sup>
                    </m:sSup>
                    <m:r>
                      <a:rPr lang="es-CO" sz="1400"/>
                      <m:t>𝚺</m:t>
                    </m:r>
                    <m:r>
                      <a:rPr lang="es-CO" sz="1400"/>
                      <m:t>𝐰</m:t>
                    </m:r>
                    <m:r>
                      <a:rPr lang="es-CO" sz="1400"/>
                      <m:t>−</m:t>
                    </m:r>
                    <m:r>
                      <a:rPr lang="es-CO" sz="1400"/>
                      <m:t>𝜆</m:t>
                    </m:r>
                    <m:r>
                      <a:rPr lang="es-CO" sz="1400"/>
                      <m:t>(</m:t>
                    </m:r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a:rPr lang="es-CO" sz="1400"/>
                          <m:t>𝟏</m:t>
                        </m:r>
                      </m:e>
                      <m:sup>
                        <m:r>
                          <a:rPr lang="es-CO" sz="1400"/>
                          <m:t>⊤</m:t>
                        </m:r>
                      </m:sup>
                    </m:sSup>
                    <m:r>
                      <a:rPr lang="es-CO" sz="1400"/>
                      <m:t>𝐰</m:t>
                    </m:r>
                    <m:r>
                      <a:rPr lang="es-CO" sz="1400"/>
                      <m:t>−1)−</m:t>
                    </m:r>
                    <m:r>
                      <a:rPr lang="es-CO" sz="1400"/>
                      <m:t>𝜈</m:t>
                    </m:r>
                    <m:r>
                      <a:rPr lang="es-CO" sz="1400"/>
                      <m:t>(</m:t>
                    </m:r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a:rPr lang="es-CO" sz="1400"/>
                          <m:t>𝝁</m:t>
                        </m:r>
                      </m:e>
                      <m:sup>
                        <m:r>
                          <a:rPr lang="es-CO" sz="1400"/>
                          <m:t>⊤</m:t>
                        </m:r>
                      </m:sup>
                    </m:sSup>
                    <m:r>
                      <a:rPr lang="es-CO" sz="1400"/>
                      <m:t>𝐰</m:t>
                    </m:r>
                    <m:r>
                      <a:rPr lang="es-CO" sz="1400"/>
                      <m:t>−</m:t>
                    </m:r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a:rPr lang="es-CO" sz="1400"/>
                          <m:t>𝑅</m:t>
                        </m:r>
                      </m:e>
                      <m:sup>
                        <m:r>
                          <a:rPr lang="es-CO" sz="1400"/>
                          <m:t>⋆</m:t>
                        </m:r>
                      </m:sup>
                    </m:sSup>
                    <m:r>
                      <a:rPr lang="es-CO" sz="1400"/>
                      <m:t>)</m:t>
                    </m:r>
                  </m:oMath>
                </a14:m>
                <a:r>
                  <a:rPr lang="es-CO" sz="1400" dirty="0"/>
                  <a:t> </a:t>
                </a:r>
                <a:br>
                  <a:rPr lang="es-CO" sz="1400" dirty="0"/>
                </a:br>
                <a:endParaRPr lang="es-CO" sz="14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6FED0B6-F1DE-BB47-93F6-C5726FEED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57" y="914400"/>
                <a:ext cx="6240545" cy="3063211"/>
              </a:xfrm>
              <a:prstGeom prst="rect">
                <a:avLst/>
              </a:prstGeom>
              <a:blipFill>
                <a:blip r:embed="rId4"/>
                <a:stretch>
                  <a:fillRect l="-20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2263E8D-C0A4-C22D-ECFD-A3C637E51CD0}"/>
                  </a:ext>
                </a:extLst>
              </p:cNvPr>
              <p:cNvSpPr txBox="1"/>
              <p:nvPr/>
            </p:nvSpPr>
            <p:spPr>
              <a:xfrm>
                <a:off x="301656" y="4052517"/>
                <a:ext cx="5736997" cy="2298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</a:lstStyle>
              <a:p>
                <a:r>
                  <a:rPr lang="es-CO" sz="1400" dirty="0">
                    <a:solidFill>
                      <a:srgbClr val="C00000"/>
                    </a:solidFill>
                  </a:rPr>
                  <a:t>Derivamos</a:t>
                </a:r>
                <a:r>
                  <a:rPr lang="es-CO" sz="1400" dirty="0"/>
                  <a:t> respecto a </a:t>
                </a:r>
                <a14:m>
                  <m:oMath xmlns:m="http://schemas.openxmlformats.org/officeDocument/2006/math">
                    <m:r>
                      <a:rPr lang="es-CO" sz="1400"/>
                      <m:t>𝑤</m:t>
                    </m:r>
                  </m:oMath>
                </a14:m>
                <a:r>
                  <a:rPr lang="es-CO" sz="1400" dirty="0"/>
                  <a:t> e igualamos a cero: (Condición Primer Orden)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400"/>
                          </m:ctrlPr>
                        </m:fPr>
                        <m:num>
                          <m:r>
                            <a:rPr lang="es-CO" sz="1400"/>
                            <m:t>𝜕</m:t>
                          </m:r>
                          <m:r>
                            <a:rPr lang="es-CO" sz="1400"/>
                            <m:t>𝐿</m:t>
                          </m:r>
                        </m:num>
                        <m:den>
                          <m:r>
                            <a:rPr lang="es-CO" sz="1400"/>
                            <m:t>𝜕</m:t>
                          </m:r>
                          <m:r>
                            <a:rPr lang="es-CO" sz="1400"/>
                            <m:t>𝑤</m:t>
                          </m:r>
                        </m:den>
                      </m:f>
                      <m:r>
                        <a:rPr lang="es-CO" sz="1400"/>
                        <m:t>=</m:t>
                      </m:r>
                      <m:r>
                        <m:rPr>
                          <m:sty m:val="p"/>
                        </m:rPr>
                        <a:rPr lang="es-CO" sz="1400"/>
                        <m:t>Σ</m:t>
                      </m:r>
                      <m:r>
                        <a:rPr lang="es-CO" sz="1400"/>
                        <m:t>𝑤</m:t>
                      </m:r>
                      <m:r>
                        <a:rPr lang="es-CO" sz="1400"/>
                        <m:t>−</m:t>
                      </m:r>
                      <m:r>
                        <m:rPr>
                          <m:sty m:val="p"/>
                        </m:rPr>
                        <a:rPr lang="es-CO" sz="1400"/>
                        <m:t>λ</m:t>
                      </m:r>
                      <m:r>
                        <a:rPr lang="es-CO" sz="1400"/>
                        <m:t>1=0</m:t>
                      </m:r>
                    </m:oMath>
                  </m:oMathPara>
                </a14:m>
                <a:endParaRPr lang="es-CO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400"/>
                          </m:ctrlPr>
                        </m:fPr>
                        <m:num>
                          <m:r>
                            <a:rPr lang="es-CO" sz="1400"/>
                            <m:t>𝜕</m:t>
                          </m:r>
                          <m:r>
                            <a:rPr lang="es-CO" sz="1400"/>
                            <m:t>𝐿</m:t>
                          </m:r>
                        </m:num>
                        <m:den>
                          <m:r>
                            <a:rPr lang="es-CO" sz="1400"/>
                            <m:t>𝜕</m:t>
                          </m:r>
                          <m:r>
                            <m:rPr>
                              <m:sty m:val="p"/>
                            </m:rPr>
                            <a:rPr lang="es-CO" sz="1400"/>
                            <m:t>λ</m:t>
                          </m:r>
                        </m:den>
                      </m:f>
                      <m:r>
                        <a:rPr lang="es-CO" sz="1400"/>
                        <m:t>=</m:t>
                      </m:r>
                      <m:sSup>
                        <m:sSupPr>
                          <m:ctrlPr>
                            <a:rPr lang="es-CO" sz="1400"/>
                          </m:ctrlPr>
                        </m:sSupPr>
                        <m:e>
                          <m:r>
                            <a:rPr lang="es-CO" sz="1400"/>
                            <m:t>𝑤</m:t>
                          </m:r>
                        </m:e>
                        <m:sup>
                          <m:r>
                            <a:rPr lang="es-CO" sz="1400"/>
                            <m:t>𝑇</m:t>
                          </m:r>
                        </m:sup>
                      </m:sSup>
                      <m:r>
                        <a:rPr lang="es-CO" sz="1400"/>
                        <m:t>1−1=0</m:t>
                      </m:r>
                    </m:oMath>
                  </m:oMathPara>
                </a14:m>
                <a:endParaRPr lang="es-CO" sz="1400" dirty="0"/>
              </a:p>
              <a:p>
                <a:pPr/>
                <a:r>
                  <a:rPr lang="es-CO" sz="1400" dirty="0"/>
                  <a:t>De la primera ecuación, despejamos el vector de pesos </a:t>
                </a:r>
                <a14:m>
                  <m:oMath xmlns:m="http://schemas.openxmlformats.org/officeDocument/2006/math">
                    <m:r>
                      <a:rPr lang="es-CO" sz="1400"/>
                      <m:t>𝑤</m:t>
                    </m:r>
                  </m:oMath>
                </a14:m>
                <a:r>
                  <a:rPr lang="es-CO" sz="1400" dirty="0"/>
                  <a:t>:</a:t>
                </a:r>
                <a:br>
                  <a:rPr lang="es-CO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1400"/>
                        <m:t>Σ</m:t>
                      </m:r>
                      <m:r>
                        <a:rPr lang="es-CO" sz="1400"/>
                        <m:t>𝑤</m:t>
                      </m:r>
                      <m:r>
                        <a:rPr lang="es-CO" sz="1400"/>
                        <m:t>=</m:t>
                      </m:r>
                      <m:r>
                        <m:rPr>
                          <m:sty m:val="p"/>
                        </m:rPr>
                        <a:rPr lang="es-CO" sz="1400"/>
                        <m:t>λ</m:t>
                      </m:r>
                      <m:r>
                        <a:rPr lang="es-CO" sz="1400"/>
                        <m:t>1</m:t>
                      </m:r>
                      <m:r>
                        <a:rPr lang="es-CO" sz="1400"/>
                        <m:t>𝑤</m:t>
                      </m:r>
                      <m:r>
                        <a:rPr lang="es-CO" sz="1400"/>
                        <m:t>=</m:t>
                      </m:r>
                      <m:r>
                        <m:rPr>
                          <m:sty m:val="p"/>
                        </m:rPr>
                        <a:rPr lang="es-CO" sz="1400"/>
                        <m:t>λ</m:t>
                      </m:r>
                      <m:sSup>
                        <m:sSupPr>
                          <m:ctrlPr>
                            <a:rPr lang="es-CO" sz="1400"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O" sz="1400"/>
                            <m:t>Σ</m:t>
                          </m:r>
                        </m:e>
                        <m:sup>
                          <m:r>
                            <a:rPr lang="es-CO" sz="1400"/>
                            <m:t>−1</m:t>
                          </m:r>
                        </m:sup>
                      </m:sSup>
                      <m:r>
                        <a:rPr lang="es-CO" sz="1400"/>
                        <m:t>1</m:t>
                      </m:r>
                    </m:oMath>
                  </m:oMathPara>
                </a14:m>
                <a:endParaRPr lang="es-CO" sz="140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2263E8D-C0A4-C22D-ECFD-A3C637E51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56" y="4052517"/>
                <a:ext cx="5736997" cy="2298130"/>
              </a:xfrm>
              <a:prstGeom prst="rect">
                <a:avLst/>
              </a:prstGeom>
              <a:blipFill>
                <a:blip r:embed="rId5"/>
                <a:stretch>
                  <a:fillRect l="-22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367C78DF-4D22-9C16-05E6-3C841EF3791C}"/>
              </a:ext>
            </a:extLst>
          </p:cNvPr>
          <p:cNvSpPr/>
          <p:nvPr/>
        </p:nvSpPr>
        <p:spPr>
          <a:xfrm>
            <a:off x="-1" y="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70EACD2-8E17-64FC-FA42-4E77C2D255D9}"/>
              </a:ext>
            </a:extLst>
          </p:cNvPr>
          <p:cNvSpPr/>
          <p:nvPr/>
        </p:nvSpPr>
        <p:spPr>
          <a:xfrm>
            <a:off x="-2" y="6603476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BD6A46D-046F-BFE4-0155-56E98E86444B}"/>
                  </a:ext>
                </a:extLst>
              </p:cNvPr>
              <p:cNvSpPr txBox="1"/>
              <p:nvPr/>
            </p:nvSpPr>
            <p:spPr>
              <a:xfrm>
                <a:off x="6440080" y="5154112"/>
                <a:ext cx="4913720" cy="116051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ctr"/>
                <a:r>
                  <a:rPr lang="es-CO" dirty="0"/>
                  <a:t>Los activos que menos aportan a la varianza total o con correlaciones negativas reciben mayor peso relativo por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/>
                          <m:t>Σ</m:t>
                        </m:r>
                      </m:e>
                      <m:sup>
                        <m:r>
                          <a:rPr lang="es-CO"/>
                          <m:t>−1</m:t>
                        </m:r>
                      </m:sup>
                    </m:sSup>
                  </m:oMath>
                </a14:m>
                <a:r>
                  <a:rPr lang="es-CO" dirty="0"/>
                  <a:t>.</a:t>
                </a:r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BD6A46D-046F-BFE4-0155-56E98E864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080" y="5154112"/>
                <a:ext cx="4913720" cy="1160511"/>
              </a:xfrm>
              <a:prstGeom prst="rect">
                <a:avLst/>
              </a:prstGeom>
              <a:blipFill>
                <a:blip r:embed="rId6"/>
                <a:stretch>
                  <a:fillRect b="-531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253F26C8-914A-B34D-0926-D182E50AE1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199" y="327195"/>
                <a:ext cx="10515600" cy="568129"/>
              </a:xfrm>
            </p:spPr>
            <p:txBody>
              <a:bodyPr vert="horz" lIns="91440" tIns="45720" rIns="91440" bIns="45720" rtlCol="0" anchor="b">
                <a:noAutofit/>
              </a:bodyPr>
              <a:lstStyle/>
              <a:p>
                <a:pPr algn="ctr"/>
                <a:r>
                  <a:rPr lang="es-CO" sz="3200" b="1" dirty="0">
                    <a:latin typeface="Arial Nova Light" panose="020B0304020202020204" pitchFamily="34" charset="0"/>
                  </a:rPr>
                  <a:t>Resolviendo el sistema lineal </a:t>
                </a:r>
                <a14:m>
                  <m:oMath xmlns:m="http://schemas.openxmlformats.org/officeDocument/2006/math">
                    <m:r>
                      <a:rPr lang="es-CO" sz="3200" b="1"/>
                      <m:t>𝑤</m:t>
                    </m:r>
                    <m:r>
                      <a:rPr lang="es-CO" sz="3200" b="1"/>
                      <m:t>=</m:t>
                    </m:r>
                    <m:sSup>
                      <m:sSupPr>
                        <m:ctrlPr>
                          <a:rPr lang="es-CO" sz="3200" b="1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3200" b="1"/>
                          <m:t>Σ</m:t>
                        </m:r>
                      </m:e>
                      <m:sup>
                        <m:r>
                          <a:rPr lang="es-CO" sz="3200" b="1"/>
                          <m:t>−1</m:t>
                        </m:r>
                      </m:sup>
                    </m:sSup>
                    <m:d>
                      <m:dPr>
                        <m:ctrlPr>
                          <a:rPr lang="es-CO" sz="3200" b="1"/>
                        </m:ctrlPr>
                      </m:dPr>
                      <m:e>
                        <m:sSub>
                          <m:sSubPr>
                            <m:ctrlPr>
                              <a:rPr lang="es-CO" sz="3200" b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3200" b="1"/>
                              <m:t>λ</m:t>
                            </m:r>
                          </m:e>
                          <m:sub>
                            <m:r>
                              <a:rPr lang="es-CO" sz="3200" b="1"/>
                              <m:t>1</m:t>
                            </m:r>
                          </m:sub>
                        </m:sSub>
                        <m:r>
                          <a:rPr lang="es-CO" sz="3200" b="1"/>
                          <m:t>𝑟</m:t>
                        </m:r>
                        <m:r>
                          <a:rPr lang="es-CO" sz="3200" b="1"/>
                          <m:t>+</m:t>
                        </m:r>
                        <m:sSub>
                          <m:sSubPr>
                            <m:ctrlPr>
                              <a:rPr lang="es-CO" sz="3200" b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3200" b="1"/>
                              <m:t>λ</m:t>
                            </m:r>
                          </m:e>
                          <m:sub>
                            <m:r>
                              <a:rPr lang="es-CO" sz="3200" b="1"/>
                              <m:t>2</m:t>
                            </m:r>
                          </m:sub>
                        </m:sSub>
                        <m:r>
                          <a:rPr lang="es-CO" sz="3200" b="1"/>
                          <m:t>1</m:t>
                        </m:r>
                      </m:e>
                    </m:d>
                  </m:oMath>
                </a14:m>
                <a:endParaRPr lang="es-CO" sz="3200" b="1" dirty="0">
                  <a:latin typeface="Arial Nova Light" panose="020B0304020202020204" pitchFamily="34" charset="0"/>
                </a:endParaRPr>
              </a:p>
            </p:txBody>
          </p:sp>
        </mc:Choice>
        <mc:Fallback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253F26C8-914A-B34D-0926-D182E50AE1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199" y="327195"/>
                <a:ext cx="10515600" cy="568129"/>
              </a:xfrm>
              <a:blipFill>
                <a:blip r:embed="rId2"/>
                <a:stretch>
                  <a:fillRect t="-15217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1659C1B-18C8-6966-C27F-BF06181B2FB7}"/>
                  </a:ext>
                </a:extLst>
              </p:cNvPr>
              <p:cNvSpPr txBox="1"/>
              <p:nvPr/>
            </p:nvSpPr>
            <p:spPr>
              <a:xfrm>
                <a:off x="370003" y="1276862"/>
                <a:ext cx="5826552" cy="16260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400">
                    <a:latin typeface="Arial Nova Light" panose="020B030402020202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s-CO" sz="1600" dirty="0"/>
                  <a:t>Para hallar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16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 sz="1600"/>
                          <m:t>λ</m:t>
                        </m:r>
                      </m:e>
                      <m:sub>
                        <m:r>
                          <a:rPr lang="es-CO" sz="1600"/>
                          <m:t>1</m:t>
                        </m:r>
                      </m:sub>
                    </m:sSub>
                  </m:oMath>
                </a14:m>
                <a:r>
                  <a:rPr lang="es-CO" sz="160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16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 sz="1600"/>
                          <m:t>λ</m:t>
                        </m:r>
                      </m:e>
                      <m:sub>
                        <m:r>
                          <a:rPr lang="es-CO" sz="1600"/>
                          <m:t>2</m:t>
                        </m:r>
                      </m:sub>
                    </m:sSub>
                  </m:oMath>
                </a14:m>
                <a:r>
                  <a:rPr lang="es-CO" sz="1600" dirty="0"/>
                  <a:t>, sustituimos </a:t>
                </a:r>
                <a14:m>
                  <m:oMath xmlns:m="http://schemas.openxmlformats.org/officeDocument/2006/math">
                    <m:r>
                      <a:rPr lang="es-CO" sz="1600"/>
                      <m:t>𝑤</m:t>
                    </m:r>
                  </m:oMath>
                </a14:m>
                <a:r>
                  <a:rPr lang="es-CO" sz="1600" dirty="0"/>
                  <a:t> en las dos restricciones: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CO" sz="1600"/>
                        </m:ctrlPr>
                      </m:sSupPr>
                      <m:e>
                        <m:r>
                          <a:rPr lang="es-CO" sz="1600"/>
                          <m:t>𝑟</m:t>
                        </m:r>
                      </m:e>
                      <m:sup>
                        <m:r>
                          <a:rPr lang="es-CO" sz="1600"/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s-CO" sz="1600"/>
                        </m:ctrlPr>
                      </m:dPr>
                      <m:e>
                        <m:sSup>
                          <m:sSupPr>
                            <m:ctrlPr>
                              <a:rPr lang="es-CO" sz="1600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CO" sz="1600"/>
                              <m:t>Σ</m:t>
                            </m:r>
                          </m:e>
                          <m:sup>
                            <m:r>
                              <a:rPr lang="es-CO" sz="1600"/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s-CO" sz="1600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sz="1600"/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CO" sz="1600"/>
                                  <m:t>λ</m:t>
                                </m:r>
                              </m:e>
                              <m:sub>
                                <m:r>
                                  <a:rPr lang="es-CO" sz="1600"/>
                                  <m:t>1</m:t>
                                </m:r>
                              </m:sub>
                            </m:sSub>
                            <m:r>
                              <a:rPr lang="es-CO" sz="1600"/>
                              <m:t>𝑟</m:t>
                            </m:r>
                            <m:r>
                              <a:rPr lang="es-CO" sz="1600"/>
                              <m:t>+</m:t>
                            </m:r>
                            <m:sSub>
                              <m:sSubPr>
                                <m:ctrlPr>
                                  <a:rPr lang="es-CO" sz="1600"/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CO" sz="1600"/>
                                  <m:t>λ</m:t>
                                </m:r>
                              </m:e>
                              <m:sub>
                                <m:r>
                                  <a:rPr lang="es-CO" sz="1600"/>
                                  <m:t>2</m:t>
                                </m:r>
                              </m:sub>
                            </m:sSub>
                            <m:r>
                              <a:rPr lang="es-CO" sz="1600"/>
                              <m:t>1</m:t>
                            </m:r>
                          </m:e>
                        </m:d>
                      </m:e>
                    </m:d>
                    <m:r>
                      <a:rPr lang="es-CO" sz="1600"/>
                      <m:t>=</m:t>
                    </m:r>
                    <m:sSub>
                      <m:sSubPr>
                        <m:ctrlPr>
                          <a:rPr lang="es-CO" sz="1600"/>
                        </m:ctrlPr>
                      </m:sSubPr>
                      <m:e>
                        <m:r>
                          <a:rPr lang="es-CO" sz="1600"/>
                          <m:t>𝑅</m:t>
                        </m:r>
                      </m:e>
                      <m:sub>
                        <m:r>
                          <a:rPr lang="es-CO" sz="1600"/>
                          <m:t>0</m:t>
                        </m:r>
                      </m:sub>
                    </m:sSub>
                    <m:r>
                      <a:rPr lang="es-CO" sz="1600"/>
                      <m:t>⇒</m:t>
                    </m:r>
                    <m:sSub>
                      <m:sSubPr>
                        <m:ctrlPr>
                          <a:rPr lang="es-CO" sz="16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 sz="1600"/>
                          <m:t>λ</m:t>
                        </m:r>
                      </m:e>
                      <m:sub>
                        <m:r>
                          <a:rPr lang="es-CO" sz="1600"/>
                          <m:t>1</m:t>
                        </m:r>
                      </m:sub>
                    </m:sSub>
                    <m:d>
                      <m:dPr>
                        <m:ctrlPr>
                          <a:rPr lang="es-CO" sz="1600"/>
                        </m:ctrlPr>
                      </m:dPr>
                      <m:e>
                        <m:sSup>
                          <m:sSupPr>
                            <m:ctrlPr>
                              <a:rPr lang="es-CO" sz="1600"/>
                            </m:ctrlPr>
                          </m:sSupPr>
                          <m:e>
                            <m:r>
                              <a:rPr lang="es-CO" sz="1600"/>
                              <m:t>𝑟</m:t>
                            </m:r>
                          </m:e>
                          <m:sup>
                            <m:r>
                              <a:rPr lang="es-CO" sz="1600"/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s-CO" sz="1600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CO" sz="1600"/>
                              <m:t>Σ</m:t>
                            </m:r>
                          </m:e>
                          <m:sup>
                            <m:r>
                              <a:rPr lang="es-CO" sz="1600"/>
                              <m:t>−1</m:t>
                            </m:r>
                          </m:sup>
                        </m:sSup>
                        <m:r>
                          <a:rPr lang="es-CO" sz="1600"/>
                          <m:t>𝑟</m:t>
                        </m:r>
                      </m:e>
                    </m:d>
                    <m:r>
                      <a:rPr lang="es-CO" sz="1600"/>
                      <m:t>+</m:t>
                    </m:r>
                    <m:sSub>
                      <m:sSubPr>
                        <m:ctrlPr>
                          <a:rPr lang="es-CO" sz="16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 sz="1600"/>
                          <m:t>λ</m:t>
                        </m:r>
                      </m:e>
                      <m:sub>
                        <m:r>
                          <a:rPr lang="es-CO" sz="1600"/>
                          <m:t>2</m:t>
                        </m:r>
                      </m:sub>
                    </m:sSub>
                    <m:d>
                      <m:dPr>
                        <m:ctrlPr>
                          <a:rPr lang="es-CO" sz="1600"/>
                        </m:ctrlPr>
                      </m:dPr>
                      <m:e>
                        <m:sSup>
                          <m:sSupPr>
                            <m:ctrlPr>
                              <a:rPr lang="es-CO" sz="1600"/>
                            </m:ctrlPr>
                          </m:sSupPr>
                          <m:e>
                            <m:r>
                              <a:rPr lang="es-CO" sz="1600"/>
                              <m:t>𝑟</m:t>
                            </m:r>
                          </m:e>
                          <m:sup>
                            <m:r>
                              <a:rPr lang="es-CO" sz="1600"/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s-CO" sz="1600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CO" sz="1600"/>
                              <m:t>Σ</m:t>
                            </m:r>
                          </m:e>
                          <m:sup>
                            <m:r>
                              <a:rPr lang="es-CO" sz="1600"/>
                              <m:t>−1</m:t>
                            </m:r>
                          </m:sup>
                        </m:sSup>
                        <m:r>
                          <a:rPr lang="es-CO" sz="1600"/>
                          <m:t>1</m:t>
                        </m:r>
                      </m:e>
                    </m:d>
                    <m:r>
                      <a:rPr lang="es-CO" sz="1600"/>
                      <m:t>=</m:t>
                    </m:r>
                    <m:sSub>
                      <m:sSubPr>
                        <m:ctrlPr>
                          <a:rPr lang="es-CO" sz="1600"/>
                        </m:ctrlPr>
                      </m:sSubPr>
                      <m:e>
                        <m:r>
                          <a:rPr lang="es-CO" sz="1600"/>
                          <m:t>𝑅</m:t>
                        </m:r>
                      </m:e>
                      <m:sub>
                        <m:r>
                          <a:rPr lang="es-CO" sz="1600"/>
                          <m:t>0</m:t>
                        </m:r>
                      </m:sub>
                    </m:sSub>
                  </m:oMath>
                </a14:m>
                <a:endParaRPr lang="es-CO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CO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CO" sz="1600"/>
                        </m:ctrlPr>
                      </m:sSupPr>
                      <m:e>
                        <m:r>
                          <a:rPr lang="es-CO" sz="1600"/>
                          <m:t>1</m:t>
                        </m:r>
                      </m:e>
                      <m:sup>
                        <m:r>
                          <a:rPr lang="es-CO" sz="1600"/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s-CO" sz="1600"/>
                        </m:ctrlPr>
                      </m:dPr>
                      <m:e>
                        <m:sSup>
                          <m:sSupPr>
                            <m:ctrlPr>
                              <a:rPr lang="es-CO" sz="1600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CO" sz="1600"/>
                              <m:t>Σ</m:t>
                            </m:r>
                          </m:e>
                          <m:sup>
                            <m:r>
                              <a:rPr lang="es-CO" sz="1600"/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s-CO" sz="1600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sz="1600"/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CO" sz="1600"/>
                                  <m:t>λ</m:t>
                                </m:r>
                              </m:e>
                              <m:sub>
                                <m:r>
                                  <a:rPr lang="es-CO" sz="1600"/>
                                  <m:t>1</m:t>
                                </m:r>
                              </m:sub>
                            </m:sSub>
                            <m:r>
                              <a:rPr lang="es-CO" sz="1600"/>
                              <m:t>𝑟</m:t>
                            </m:r>
                            <m:r>
                              <a:rPr lang="es-CO" sz="1600"/>
                              <m:t>+</m:t>
                            </m:r>
                            <m:sSub>
                              <m:sSubPr>
                                <m:ctrlPr>
                                  <a:rPr lang="es-CO" sz="1600"/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CO" sz="1600"/>
                                  <m:t>λ</m:t>
                                </m:r>
                              </m:e>
                              <m:sub>
                                <m:r>
                                  <a:rPr lang="es-CO" sz="1600"/>
                                  <m:t>2</m:t>
                                </m:r>
                              </m:sub>
                            </m:sSub>
                            <m:r>
                              <a:rPr lang="es-CO" sz="1600"/>
                              <m:t>1</m:t>
                            </m:r>
                          </m:e>
                        </m:d>
                      </m:e>
                    </m:d>
                    <m:r>
                      <a:rPr lang="es-CO" sz="1600"/>
                      <m:t>=1⇒</m:t>
                    </m:r>
                    <m:sSub>
                      <m:sSubPr>
                        <m:ctrlPr>
                          <a:rPr lang="es-CO" sz="16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 sz="1600"/>
                          <m:t>λ</m:t>
                        </m:r>
                      </m:e>
                      <m:sub>
                        <m:r>
                          <a:rPr lang="es-CO" sz="1600"/>
                          <m:t>1</m:t>
                        </m:r>
                      </m:sub>
                    </m:sSub>
                    <m:d>
                      <m:dPr>
                        <m:ctrlPr>
                          <a:rPr lang="es-CO" sz="1600"/>
                        </m:ctrlPr>
                      </m:dPr>
                      <m:e>
                        <m:sSup>
                          <m:sSupPr>
                            <m:ctrlPr>
                              <a:rPr lang="es-CO" sz="1600"/>
                            </m:ctrlPr>
                          </m:sSupPr>
                          <m:e>
                            <m:r>
                              <a:rPr lang="es-CO" sz="1600"/>
                              <m:t>1</m:t>
                            </m:r>
                          </m:e>
                          <m:sup>
                            <m:r>
                              <a:rPr lang="es-CO" sz="1600"/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s-CO" sz="1600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CO" sz="1600"/>
                              <m:t>Σ</m:t>
                            </m:r>
                          </m:e>
                          <m:sup>
                            <m:r>
                              <a:rPr lang="es-CO" sz="1600"/>
                              <m:t>−1</m:t>
                            </m:r>
                          </m:sup>
                        </m:sSup>
                        <m:r>
                          <a:rPr lang="es-CO" sz="1600"/>
                          <m:t>𝑟</m:t>
                        </m:r>
                      </m:e>
                    </m:d>
                    <m:r>
                      <a:rPr lang="es-CO" sz="1600"/>
                      <m:t>+</m:t>
                    </m:r>
                    <m:sSub>
                      <m:sSubPr>
                        <m:ctrlPr>
                          <a:rPr lang="es-CO" sz="16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 sz="1600"/>
                          <m:t>λ</m:t>
                        </m:r>
                      </m:e>
                      <m:sub>
                        <m:r>
                          <a:rPr lang="es-CO" sz="1600"/>
                          <m:t>2</m:t>
                        </m:r>
                      </m:sub>
                    </m:sSub>
                    <m:d>
                      <m:dPr>
                        <m:ctrlPr>
                          <a:rPr lang="es-CO" sz="1600"/>
                        </m:ctrlPr>
                      </m:dPr>
                      <m:e>
                        <m:sSup>
                          <m:sSupPr>
                            <m:ctrlPr>
                              <a:rPr lang="es-CO" sz="1600"/>
                            </m:ctrlPr>
                          </m:sSupPr>
                          <m:e>
                            <m:r>
                              <a:rPr lang="es-CO" sz="1600"/>
                              <m:t>1</m:t>
                            </m:r>
                          </m:e>
                          <m:sup>
                            <m:r>
                              <a:rPr lang="es-CO" sz="1600"/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s-CO" sz="1600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CO" sz="1600"/>
                              <m:t>Σ</m:t>
                            </m:r>
                          </m:e>
                          <m:sup>
                            <m:r>
                              <a:rPr lang="es-CO" sz="1600"/>
                              <m:t>−1</m:t>
                            </m:r>
                          </m:sup>
                        </m:sSup>
                        <m:r>
                          <a:rPr lang="es-CO" sz="1600"/>
                          <m:t>1</m:t>
                        </m:r>
                      </m:e>
                    </m:d>
                    <m:r>
                      <a:rPr lang="es-CO" sz="1600"/>
                      <m:t>=1</m:t>
                    </m:r>
                  </m:oMath>
                </a14:m>
                <a:endParaRPr lang="es-CO" sz="16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1659C1B-18C8-6966-C27F-BF06181B2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03" y="1276862"/>
                <a:ext cx="5826552" cy="1626086"/>
              </a:xfrm>
              <a:prstGeom prst="rect">
                <a:avLst/>
              </a:prstGeom>
              <a:blipFill>
                <a:blip r:embed="rId3"/>
                <a:stretch>
                  <a:fillRect l="-654" b="-23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5C373AD-2008-F0D4-3D52-A9E174F0546B}"/>
                  </a:ext>
                </a:extLst>
              </p:cNvPr>
              <p:cNvSpPr txBox="1"/>
              <p:nvPr/>
            </p:nvSpPr>
            <p:spPr>
              <a:xfrm>
                <a:off x="370003" y="3114741"/>
                <a:ext cx="5625444" cy="3275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400">
                    <a:latin typeface="Arial Nova Light" panose="020B030402020202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s-CO" sz="1600" dirty="0"/>
                  <a:t>Para simplificar, definimos las formas cuadráticas de Merton (escalares) por la solución analítica (cerrada):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600"/>
                        <m:t>𝐴</m:t>
                      </m:r>
                      <m:r>
                        <a:rPr lang="es-CO" sz="1600"/>
                        <m:t>=</m:t>
                      </m:r>
                      <m:sSup>
                        <m:sSupPr>
                          <m:ctrlPr>
                            <a:rPr lang="es-CO" sz="1600"/>
                          </m:ctrlPr>
                        </m:sSupPr>
                        <m:e>
                          <m:r>
                            <a:rPr lang="es-CO" sz="1600"/>
                            <m:t>𝑟</m:t>
                          </m:r>
                        </m:e>
                        <m:sup>
                          <m:r>
                            <a:rPr lang="es-CO" sz="1600"/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s-CO" sz="1600"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O" sz="1600"/>
                            <m:t>Σ</m:t>
                          </m:r>
                        </m:e>
                        <m:sup>
                          <m:r>
                            <a:rPr lang="es-CO" sz="1600"/>
                            <m:t>−1</m:t>
                          </m:r>
                        </m:sup>
                      </m:sSup>
                      <m:r>
                        <a:rPr lang="es-CO" sz="1600"/>
                        <m:t>1</m:t>
                      </m:r>
                    </m:oMath>
                  </m:oMathPara>
                </a14:m>
                <a:endParaRPr lang="es-CO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600"/>
                        <m:t>𝐵</m:t>
                      </m:r>
                      <m:r>
                        <a:rPr lang="es-CO" sz="1600"/>
                        <m:t>=</m:t>
                      </m:r>
                      <m:sSup>
                        <m:sSupPr>
                          <m:ctrlPr>
                            <a:rPr lang="es-CO" sz="1600"/>
                          </m:ctrlPr>
                        </m:sSupPr>
                        <m:e>
                          <m:r>
                            <a:rPr lang="es-CO" sz="1600"/>
                            <m:t>𝑟</m:t>
                          </m:r>
                        </m:e>
                        <m:sup>
                          <m:r>
                            <a:rPr lang="es-CO" sz="1600"/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s-CO" sz="1600"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O" sz="1600"/>
                            <m:t>Σ</m:t>
                          </m:r>
                        </m:e>
                        <m:sup>
                          <m:r>
                            <a:rPr lang="es-CO" sz="1600"/>
                            <m:t>−1</m:t>
                          </m:r>
                        </m:sup>
                      </m:sSup>
                      <m:r>
                        <a:rPr lang="es-CO" sz="1600"/>
                        <m:t>𝑟</m:t>
                      </m:r>
                    </m:oMath>
                  </m:oMathPara>
                </a14:m>
                <a:endParaRPr lang="es-CO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600"/>
                        <m:t>𝐶</m:t>
                      </m:r>
                      <m:r>
                        <a:rPr lang="es-CO" sz="1600"/>
                        <m:t>=</m:t>
                      </m:r>
                      <m:sSup>
                        <m:sSupPr>
                          <m:ctrlPr>
                            <a:rPr lang="es-CO" sz="1600"/>
                          </m:ctrlPr>
                        </m:sSupPr>
                        <m:e>
                          <m:r>
                            <a:rPr lang="es-CO" sz="1600"/>
                            <m:t>1</m:t>
                          </m:r>
                        </m:e>
                        <m:sup>
                          <m:r>
                            <a:rPr lang="es-CO" sz="1600"/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s-CO" sz="1600"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O" sz="1600"/>
                            <m:t>Σ</m:t>
                          </m:r>
                        </m:e>
                        <m:sup>
                          <m:r>
                            <a:rPr lang="es-CO" sz="1600"/>
                            <m:t>−1</m:t>
                          </m:r>
                        </m:sup>
                      </m:sSup>
                      <m:r>
                        <a:rPr lang="es-CO" sz="1600"/>
                        <m:t>1</m:t>
                      </m:r>
                    </m:oMath>
                  </m:oMathPara>
                </a14:m>
                <a:endParaRPr lang="es-CO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600"/>
                        <m:t>𝐷</m:t>
                      </m:r>
                      <m:r>
                        <a:rPr lang="es-CO" sz="1600"/>
                        <m:t>=</m:t>
                      </m:r>
                      <m:r>
                        <a:rPr lang="es-CO" sz="1600"/>
                        <m:t>𝐵𝐶</m:t>
                      </m:r>
                      <m:r>
                        <a:rPr lang="es-CO" sz="1600"/>
                        <m:t>−</m:t>
                      </m:r>
                      <m:sSup>
                        <m:sSupPr>
                          <m:ctrlPr>
                            <a:rPr lang="es-CO" sz="1600"/>
                          </m:ctrlPr>
                        </m:sSupPr>
                        <m:e>
                          <m:r>
                            <a:rPr lang="es-CO" sz="1600"/>
                            <m:t>𝐴</m:t>
                          </m:r>
                        </m:e>
                        <m:sup>
                          <m:r>
                            <a:rPr lang="es-CO" sz="1600"/>
                            <m:t>2</m:t>
                          </m:r>
                        </m:sup>
                      </m:sSup>
                    </m:oMath>
                  </m:oMathPara>
                </a14:m>
                <a:endParaRPr lang="es-CO" sz="1600" dirty="0"/>
              </a:p>
              <a:p>
                <a:r>
                  <a:rPr lang="es-CO" sz="1600" dirty="0"/>
                  <a:t>El sistema se reduce a: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s-CO" sz="160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CO" sz="1600"/>
                            </m:ctrlPr>
                          </m:mPr>
                          <m:mr>
                            <m:e>
                              <m:r>
                                <a:rPr lang="es-CO" sz="1600"/>
                                <m:t>𝐵</m:t>
                              </m:r>
                            </m:e>
                            <m:e>
                              <m:r>
                                <a:rPr lang="es-CO" sz="1600"/>
                                <m:t>𝐴</m:t>
                              </m:r>
                            </m:e>
                          </m:mr>
                          <m:mr>
                            <m:e>
                              <m:r>
                                <a:rPr lang="es-CO" sz="1600"/>
                                <m:t>𝐴</m:t>
                              </m:r>
                            </m:e>
                            <m:e>
                              <m:r>
                                <a:rPr lang="es-CO" sz="1600"/>
                                <m:t>𝐶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s-CO" sz="160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600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 sz="1600"/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O" sz="1600"/>
                                    <m:t>λ</m:t>
                                  </m:r>
                                </m:e>
                                <m:sub>
                                  <m:r>
                                    <a:rPr lang="es-CO" sz="1600"/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600"/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O" sz="1600"/>
                                    <m:t>λ</m:t>
                                  </m:r>
                                </m:e>
                                <m:sub>
                                  <m:r>
                                    <a:rPr lang="es-CO" sz="1600"/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s-CO" sz="1600"/>
                      <m:t>=</m:t>
                    </m:r>
                    <m:d>
                      <m:dPr>
                        <m:ctrlPr>
                          <a:rPr lang="es-CO" sz="1600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600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 sz="1600"/>
                                  </m:ctrlPr>
                                </m:sSubPr>
                                <m:e>
                                  <m:r>
                                    <a:rPr lang="es-CO" sz="1600"/>
                                    <m:t>𝑅</m:t>
                                  </m:r>
                                </m:e>
                                <m:sub>
                                  <m:r>
                                    <a:rPr lang="es-CO" sz="1600"/>
                                    <m:t>0</m:t>
                                  </m:r>
                                </m:sub>
                              </m:sSub>
                              <m:r>
                                <a:rPr lang="es-CO" sz="1600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CO" sz="1600" dirty="0"/>
                  <a:t> </a:t>
                </a: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5C373AD-2008-F0D4-3D52-A9E174F05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03" y="3114741"/>
                <a:ext cx="5625444" cy="3275897"/>
              </a:xfrm>
              <a:prstGeom prst="rect">
                <a:avLst/>
              </a:prstGeom>
              <a:blipFill>
                <a:blip r:embed="rId4"/>
                <a:stretch>
                  <a:fillRect l="-67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4A83F3A-4027-7705-0C1D-C1AB189DD958}"/>
                  </a:ext>
                </a:extLst>
              </p:cNvPr>
              <p:cNvSpPr txBox="1"/>
              <p:nvPr/>
            </p:nvSpPr>
            <p:spPr>
              <a:xfrm>
                <a:off x="6617616" y="1700409"/>
                <a:ext cx="5062194" cy="1154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/>
                <a:r>
                  <a:rPr lang="es-CO" dirty="0"/>
                  <a:t>Cuando planteas las restricciones de retorno y presupuesto, llegas a un sistema de </a:t>
                </a:r>
                <a14:m>
                  <m:oMath xmlns:m="http://schemas.openxmlformats.org/officeDocument/2006/math">
                    <m:r>
                      <a:rPr lang="es-CO"/>
                      <m:t>2 ×2</m:t>
                    </m:r>
                  </m:oMath>
                </a14:m>
                <a:r>
                  <a:rPr lang="es-CO" dirty="0"/>
                  <a:t> para hallar los multiplicadores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/>
                          <m:t>λ</m:t>
                        </m:r>
                      </m:e>
                      <m:sub>
                        <m:r>
                          <a:rPr lang="es-CO"/>
                          <m:t>1</m:t>
                        </m:r>
                      </m:sub>
                    </m:sSub>
                  </m:oMath>
                </a14:m>
                <a:r>
                  <a:rPr lang="es-CO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/>
                          <m:t>λ</m:t>
                        </m:r>
                      </m:e>
                      <m:sub>
                        <m:r>
                          <a:rPr lang="es-CO"/>
                          <m:t>2</m:t>
                        </m:r>
                      </m:sub>
                    </m:sSub>
                  </m:oMath>
                </a14:m>
                <a:r>
                  <a:rPr lang="es-CO" dirty="0"/>
                  <a:t>:</a:t>
                </a: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4A83F3A-4027-7705-0C1D-C1AB189DD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616" y="1700409"/>
                <a:ext cx="5062194" cy="1154290"/>
              </a:xfrm>
              <a:prstGeom prst="rect">
                <a:avLst/>
              </a:prstGeom>
              <a:blipFill>
                <a:blip r:embed="rId5"/>
                <a:stretch>
                  <a:fillRect l="-752" r="-752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B27EEC0-F457-4CCD-A04D-B65200C137D2}"/>
                  </a:ext>
                </a:extLst>
              </p:cNvPr>
              <p:cNvSpPr txBox="1"/>
              <p:nvPr/>
            </p:nvSpPr>
            <p:spPr>
              <a:xfrm>
                <a:off x="6530812" y="3357608"/>
                <a:ext cx="5148998" cy="2570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14:m>
                  <m:oMath xmlns:m="http://schemas.openxmlformats.org/officeDocument/2006/math">
                    <m:d>
                      <m:dPr>
                        <m:ctrlPr>
                          <a:rPr lang="es-CO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CO"/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s-CO"/>
                                    <m:t>𝑟</m:t>
                                  </m:r>
                                </m:e>
                                <m:sup>
                                  <m:r>
                                    <a:rPr lang="es-CO"/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O"/>
                                    <m:t>Σ</m:t>
                                  </m:r>
                                </m:e>
                                <m:sup>
                                  <m:r>
                                    <a:rPr lang="es-CO"/>
                                    <m:t>−1</m:t>
                                  </m:r>
                                </m:sup>
                              </m:sSup>
                              <m:r>
                                <a:rPr lang="es-CO"/>
                                <m:t>𝑟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s-CO"/>
                                    <m:t>𝑟</m:t>
                                  </m:r>
                                </m:e>
                                <m:sup>
                                  <m:r>
                                    <a:rPr lang="es-CO"/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O"/>
                                    <m:t>Σ</m:t>
                                  </m:r>
                                </m:e>
                                <m:sup>
                                  <m:r>
                                    <a:rPr lang="es-CO"/>
                                    <m:t>−1</m:t>
                                  </m:r>
                                </m:sup>
                              </m:sSup>
                              <m:r>
                                <a:rPr lang="es-CO"/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s-CO"/>
                                    <m:t>1</m:t>
                                  </m:r>
                                </m:e>
                                <m:sup>
                                  <m:r>
                                    <a:rPr lang="es-CO"/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O"/>
                                    <m:t>Σ</m:t>
                                  </m:r>
                                </m:e>
                                <m:sup>
                                  <m:r>
                                    <a:rPr lang="es-CO"/>
                                    <m:t>−1</m:t>
                                  </m:r>
                                </m:sup>
                              </m:sSup>
                              <m:r>
                                <a:rPr lang="es-CO"/>
                                <m:t>𝑟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s-CO"/>
                                    <m:t>1</m:t>
                                  </m:r>
                                </m:e>
                                <m:sup>
                                  <m:r>
                                    <a:rPr lang="es-CO"/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O"/>
                                    <m:t>Σ</m:t>
                                  </m:r>
                                </m:e>
                                <m:sup>
                                  <m:r>
                                    <a:rPr lang="es-CO"/>
                                    <m:t>−1</m:t>
                                  </m:r>
                                </m:sup>
                              </m:sSup>
                              <m:r>
                                <a:rPr lang="es-CO"/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s-CO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/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O"/>
                                    <m:t>λ</m:t>
                                  </m:r>
                                </m:e>
                                <m:sub>
                                  <m:r>
                                    <a:rPr lang="es-CO"/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/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O"/>
                                    <m:t>λ</m:t>
                                  </m:r>
                                </m:e>
                                <m:sub>
                                  <m:r>
                                    <a:rPr lang="es-CO"/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s-CO"/>
                      <m:t>=</m:t>
                    </m:r>
                    <m:d>
                      <m:dPr>
                        <m:ctrlPr>
                          <a:rPr lang="es-CO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/>
                                  </m:ctrlPr>
                                </m:sSubPr>
                                <m:e>
                                  <m:r>
                                    <a:rPr lang="es-CO"/>
                                    <m:t>𝑅</m:t>
                                  </m:r>
                                </m:e>
                                <m:sub>
                                  <m:r>
                                    <a:rPr lang="es-CO"/>
                                    <m:t>0</m:t>
                                  </m:r>
                                </m:sub>
                              </m:sSub>
                              <m:r>
                                <a:rPr lang="es-CO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CO" dirty="0"/>
                  <a:t> </a:t>
                </a:r>
              </a:p>
              <a:p>
                <a:endParaRPr lang="es-CO" dirty="0"/>
              </a:p>
              <a:p>
                <a:endParaRPr lang="es-CO" dirty="0"/>
              </a:p>
              <a:p>
                <a:pPr algn="just"/>
                <a:r>
                  <a:rPr lang="es-CO" dirty="0"/>
                  <a:t>Merton observó que los términos de la matriz de coeficientes son productos internos ponderados por la métrica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/>
                        </m:ctrlPr>
                      </m:sSupPr>
                      <m:e>
                        <m:r>
                          <a:rPr lang="es-CO"/>
                          <m:t>𝚺</m:t>
                        </m:r>
                      </m:e>
                      <m:sup>
                        <m:r>
                          <a:rPr lang="es-CO"/>
                          <m:t>−</m:t>
                        </m:r>
                        <m:r>
                          <a:rPr lang="es-CO"/>
                          <m:t>𝟏</m:t>
                        </m:r>
                      </m:sup>
                    </m:sSup>
                  </m:oMath>
                </a14:m>
                <a:endParaRPr lang="es-CO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B27EEC0-F457-4CCD-A04D-B65200C13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812" y="3357608"/>
                <a:ext cx="5148998" cy="2570897"/>
              </a:xfrm>
              <a:prstGeom prst="rect">
                <a:avLst/>
              </a:prstGeom>
              <a:blipFill>
                <a:blip r:embed="rId6"/>
                <a:stretch>
                  <a:fillRect l="-739" r="-739" b="-196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29082C47-C395-0FC8-9D86-389D77BA522B}"/>
              </a:ext>
            </a:extLst>
          </p:cNvPr>
          <p:cNvSpPr/>
          <p:nvPr/>
        </p:nvSpPr>
        <p:spPr>
          <a:xfrm>
            <a:off x="-1" y="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9851D58-866B-50CB-3BCC-79FF169930B7}"/>
              </a:ext>
            </a:extLst>
          </p:cNvPr>
          <p:cNvSpPr/>
          <p:nvPr/>
        </p:nvSpPr>
        <p:spPr>
          <a:xfrm>
            <a:off x="0" y="6602432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805353D-4E4B-19F9-96B2-32AA5327FAF7}"/>
              </a:ext>
            </a:extLst>
          </p:cNvPr>
          <p:cNvSpPr txBox="1"/>
          <p:nvPr/>
        </p:nvSpPr>
        <p:spPr>
          <a:xfrm>
            <a:off x="8165183" y="1309251"/>
            <a:ext cx="2241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>
                <a:solidFill>
                  <a:srgbClr val="C00000"/>
                </a:solidFill>
              </a:rPr>
              <a:t>Aclaración: </a:t>
            </a:r>
          </a:p>
        </p:txBody>
      </p:sp>
    </p:spTree>
    <p:extLst>
      <p:ext uri="{BB962C8B-B14F-4D97-AF65-F5344CB8AC3E}">
        <p14:creationId xmlns:p14="http://schemas.microsoft.com/office/powerpoint/2010/main" val="1492216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3ADA5D5A-D570-EA4D-97AD-312534AD3DB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199" y="341473"/>
                <a:ext cx="10515600" cy="605836"/>
              </a:xfrm>
            </p:spPr>
            <p:txBody>
              <a:bodyPr vert="horz" lIns="91440" tIns="45720" rIns="91440" bIns="45720" rtlCol="0" anchor="b">
                <a:noAutofit/>
              </a:bodyPr>
              <a:lstStyle/>
              <a:p>
                <a:pPr algn="ctr"/>
                <a:r>
                  <a:rPr lang="es-CO" sz="3600" b="1" dirty="0">
                    <a:latin typeface="Arial Nova Light" panose="020B0304020202020204" pitchFamily="34" charset="0"/>
                  </a:rPr>
                  <a:t>Uso de la regla de Cramer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3600" b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 sz="3600" b="1"/>
                          <m:t>λ</m:t>
                        </m:r>
                      </m:e>
                      <m:sub>
                        <m:r>
                          <a:rPr lang="es-CO" sz="3600" b="1"/>
                          <m:t>1 </m:t>
                        </m:r>
                      </m:sub>
                    </m:sSub>
                    <m:r>
                      <a:rPr lang="es-CO" sz="3600" b="1"/>
                      <m:t>𝑦</m:t>
                    </m:r>
                    <m:r>
                      <a:rPr lang="es-CO" sz="3600" b="1"/>
                      <m:t> </m:t>
                    </m:r>
                    <m:sSub>
                      <m:sSubPr>
                        <m:ctrlPr>
                          <a:rPr lang="es-CO" sz="3600" b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 sz="3600" b="1"/>
                          <m:t>λ</m:t>
                        </m:r>
                      </m:e>
                      <m:sub>
                        <m:r>
                          <a:rPr lang="es-CO" sz="3600" b="1"/>
                          <m:t>2</m:t>
                        </m:r>
                      </m:sub>
                    </m:sSub>
                  </m:oMath>
                </a14:m>
                <a:r>
                  <a:rPr lang="es-CO" sz="3600" b="1" dirty="0">
                    <a:latin typeface="Arial Nova Light" panose="020B03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3ADA5D5A-D570-EA4D-97AD-312534AD3D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199" y="341473"/>
                <a:ext cx="10515600" cy="605836"/>
              </a:xfrm>
              <a:blipFill>
                <a:blip r:embed="rId2"/>
                <a:stretch>
                  <a:fillRect t="-18367" b="-3673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B5987199-36CC-79F9-ABE5-5C09E7038241}"/>
              </a:ext>
            </a:extLst>
          </p:cNvPr>
          <p:cNvSpPr/>
          <p:nvPr/>
        </p:nvSpPr>
        <p:spPr>
          <a:xfrm>
            <a:off x="-1" y="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DE7667A-A94C-A3E9-4FDD-3CC872887C24}"/>
              </a:ext>
            </a:extLst>
          </p:cNvPr>
          <p:cNvSpPr/>
          <p:nvPr/>
        </p:nvSpPr>
        <p:spPr>
          <a:xfrm>
            <a:off x="0" y="6596743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5BB0366-0C3E-68E8-E0CD-FDF9DAC41A28}"/>
                  </a:ext>
                </a:extLst>
              </p:cNvPr>
              <p:cNvSpPr txBox="1"/>
              <p:nvPr/>
            </p:nvSpPr>
            <p:spPr>
              <a:xfrm>
                <a:off x="433633" y="1065230"/>
                <a:ext cx="11114202" cy="7849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ctr"/>
                <a:r>
                  <a:rPr lang="es-CO" dirty="0"/>
                  <a:t>Resolviendo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/>
                          <m:t>λ</m:t>
                        </m:r>
                      </m:e>
                      <m:sub>
                        <m:r>
                          <a:rPr lang="es-CO"/>
                          <m:t>1 </m:t>
                        </m:r>
                      </m:sub>
                    </m:sSub>
                    <m:r>
                      <a:rPr lang="es-CO"/>
                      <m:t>𝑦</m:t>
                    </m:r>
                    <m:r>
                      <a:rPr lang="es-CO"/>
                      <m:t> </m:t>
                    </m:r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/>
                          <m:t>λ</m:t>
                        </m:r>
                      </m:e>
                      <m:sub>
                        <m:r>
                          <a:rPr lang="es-CO"/>
                          <m:t>2</m:t>
                        </m:r>
                      </m:sub>
                    </m:sSub>
                  </m:oMath>
                </a14:m>
                <a:r>
                  <a:rPr lang="es-CO" dirty="0"/>
                  <a:t> mediante la regla de Cramer o inversión de matrices, y sustituyendo en la ecuación de </a:t>
                </a:r>
                <a14:m>
                  <m:oMath xmlns:m="http://schemas.openxmlformats.org/officeDocument/2006/math">
                    <m:r>
                      <a:rPr lang="es-CO"/>
                      <m:t>𝑤</m:t>
                    </m:r>
                  </m:oMath>
                </a14:m>
                <a:r>
                  <a:rPr lang="es-CO" dirty="0"/>
                  <a:t>, obtenemos la solución óptima:</a:t>
                </a: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5BB0366-0C3E-68E8-E0CD-FDF9DAC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33" y="1065230"/>
                <a:ext cx="11114202" cy="784958"/>
              </a:xfrm>
              <a:prstGeom prst="rect">
                <a:avLst/>
              </a:prstGeom>
              <a:blipFill>
                <a:blip r:embed="rId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7F5528C-C82C-728D-4A04-AB50DF4FB384}"/>
                  </a:ext>
                </a:extLst>
              </p:cNvPr>
              <p:cNvSpPr txBox="1"/>
              <p:nvPr/>
            </p:nvSpPr>
            <p:spPr>
              <a:xfrm>
                <a:off x="5828909" y="2420888"/>
                <a:ext cx="6133705" cy="3605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l"/>
                <a:r>
                  <a:rPr lang="es-CO" sz="1400" dirty="0"/>
                  <a:t>Recordamos que de la primera condición de optimización (CPO) obtuvimos:</a:t>
                </a:r>
              </a:p>
              <a:p>
                <a:br>
                  <a:rPr lang="es-CO" sz="1400" dirty="0"/>
                </a:br>
                <a14:m>
                  <m:oMath xmlns:m="http://schemas.openxmlformats.org/officeDocument/2006/math">
                    <m:r>
                      <a:rPr lang="es-CO" sz="1400"/>
                      <m:t>𝑤</m:t>
                    </m:r>
                    <m:r>
                      <a:rPr lang="es-CO" sz="1400"/>
                      <m:t>=</m:t>
                    </m:r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1400"/>
                          <m:t>Σ</m:t>
                        </m:r>
                      </m:e>
                      <m:sup>
                        <m:r>
                          <a:rPr lang="es-CO" sz="1400"/>
                          <m:t>−1</m:t>
                        </m:r>
                      </m:sup>
                    </m:sSup>
                    <m:d>
                      <m:dPr>
                        <m:ctrlPr>
                          <a:rPr lang="es-CO" sz="1400"/>
                        </m:ctrlPr>
                      </m:dPr>
                      <m:e>
                        <m:sSub>
                          <m:sSubPr>
                            <m:ctrlPr>
                              <a:rPr lang="es-CO" sz="1400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400"/>
                              <m:t>λ</m:t>
                            </m:r>
                          </m:e>
                          <m:sub>
                            <m:r>
                              <a:rPr lang="es-CO" sz="1400"/>
                              <m:t>1</m:t>
                            </m:r>
                          </m:sub>
                        </m:sSub>
                        <m:r>
                          <a:rPr lang="es-CO" sz="1400"/>
                          <m:t>𝑟</m:t>
                        </m:r>
                        <m:r>
                          <a:rPr lang="es-CO" sz="1400"/>
                          <m:t>+</m:t>
                        </m:r>
                        <m:sSub>
                          <m:sSubPr>
                            <m:ctrlPr>
                              <a:rPr lang="es-CO" sz="1400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400"/>
                              <m:t>λ</m:t>
                            </m:r>
                          </m:e>
                          <m:sub>
                            <m:r>
                              <a:rPr lang="es-CO" sz="1400"/>
                              <m:t>2</m:t>
                            </m:r>
                          </m:sub>
                        </m:sSub>
                        <m:r>
                          <a:rPr lang="es-CO" sz="1400"/>
                          <m:t>1</m:t>
                        </m:r>
                      </m:e>
                    </m:d>
                  </m:oMath>
                </a14:m>
                <a:r>
                  <a:rPr lang="es-CO" sz="1400" dirty="0"/>
                  <a:t> </a:t>
                </a:r>
              </a:p>
              <a:p>
                <a:pPr algn="just"/>
                <a:r>
                  <a:rPr lang="es-CO" sz="1400" dirty="0"/>
                  <a:t>Ahora sustituimos los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14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 sz="1400"/>
                          <m:t>λ</m:t>
                        </m:r>
                      </m:e>
                      <m:sub>
                        <m:r>
                          <a:rPr lang="es-CO" sz="1400"/>
                          <m:t>1</m:t>
                        </m:r>
                      </m:sub>
                    </m:sSub>
                    <m:r>
                      <a:rPr lang="es-CO" sz="1400"/>
                      <m:t>𝑦</m:t>
                    </m:r>
                    <m:sSub>
                      <m:sSubPr>
                        <m:ctrlPr>
                          <a:rPr lang="es-CO" sz="1400"/>
                        </m:ctrlPr>
                      </m:sSubPr>
                      <m:e>
                        <m:r>
                          <a:rPr lang="es-ES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CO" sz="1400"/>
                          <m:t>λ</m:t>
                        </m:r>
                      </m:e>
                      <m:sub>
                        <m:r>
                          <a:rPr lang="es-CO" sz="1400"/>
                          <m:t>2</m:t>
                        </m:r>
                      </m:sub>
                    </m:sSub>
                  </m:oMath>
                </a14:m>
                <a:r>
                  <a:rPr lang="es-CO" sz="1400" dirty="0"/>
                  <a:t> que acabamos de encontrar: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a:rPr lang="es-CO" sz="1400"/>
                          <m:t>𝑤</m:t>
                        </m:r>
                      </m:e>
                      <m:sup>
                        <m:r>
                          <a:rPr lang="es-CO" sz="1400"/>
                          <m:t>∗</m:t>
                        </m:r>
                      </m:sup>
                    </m:sSup>
                    <m:r>
                      <a:rPr lang="es-CO" sz="1400"/>
                      <m:t>=</m:t>
                    </m:r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1400"/>
                          <m:t>Σ</m:t>
                        </m:r>
                      </m:e>
                      <m:sup>
                        <m:r>
                          <a:rPr lang="es-CO" sz="1400"/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s-CO" sz="1400"/>
                        </m:ctrlPr>
                      </m:dPr>
                      <m:e>
                        <m:d>
                          <m:dPr>
                            <m:ctrlPr>
                              <a:rPr lang="es-CO" sz="1400"/>
                            </m:ctrlPr>
                          </m:dPr>
                          <m:e>
                            <m:f>
                              <m:fPr>
                                <m:ctrlPr>
                                  <a:rPr lang="es-CO" sz="1400"/>
                                </m:ctrlPr>
                              </m:fPr>
                              <m:num>
                                <m:r>
                                  <a:rPr lang="es-CO" sz="1400"/>
                                  <m:t>𝐶</m:t>
                                </m:r>
                                <m:sSub>
                                  <m:sSubPr>
                                    <m:ctrlPr>
                                      <a:rPr lang="es-CO" sz="1400"/>
                                    </m:ctrlPr>
                                  </m:sSubPr>
                                  <m:e>
                                    <m:r>
                                      <a:rPr lang="es-CO" sz="1400"/>
                                      <m:t>𝑅</m:t>
                                    </m:r>
                                  </m:e>
                                  <m:sub>
                                    <m:r>
                                      <a:rPr lang="es-CO" sz="1400"/>
                                      <m:t>0</m:t>
                                    </m:r>
                                  </m:sub>
                                </m:sSub>
                                <m:r>
                                  <a:rPr lang="es-CO" sz="1400"/>
                                  <m:t>−</m:t>
                                </m:r>
                                <m:r>
                                  <a:rPr lang="es-CO" sz="1400"/>
                                  <m:t>𝐴</m:t>
                                </m:r>
                              </m:num>
                              <m:den>
                                <m:r>
                                  <a:rPr lang="es-CO" sz="1400"/>
                                  <m:t>𝐷</m:t>
                                </m:r>
                              </m:den>
                            </m:f>
                          </m:e>
                        </m:d>
                        <m:r>
                          <a:rPr lang="es-CO" sz="1400"/>
                          <m:t>𝑟</m:t>
                        </m:r>
                        <m:r>
                          <a:rPr lang="es-CO" sz="1400"/>
                          <m:t>+</m:t>
                        </m:r>
                        <m:d>
                          <m:dPr>
                            <m:ctrlPr>
                              <a:rPr lang="es-CO" sz="1400"/>
                            </m:ctrlPr>
                          </m:dPr>
                          <m:e>
                            <m:f>
                              <m:fPr>
                                <m:ctrlPr>
                                  <a:rPr lang="es-CO" sz="1400"/>
                                </m:ctrlPr>
                              </m:fPr>
                              <m:num>
                                <m:r>
                                  <a:rPr lang="es-CO" sz="1400"/>
                                  <m:t>𝐵</m:t>
                                </m:r>
                                <m:r>
                                  <a:rPr lang="es-CO" sz="1400"/>
                                  <m:t>−</m:t>
                                </m:r>
                                <m:r>
                                  <a:rPr lang="es-CO" sz="1400"/>
                                  <m:t>𝐴</m:t>
                                </m:r>
                                <m:sSub>
                                  <m:sSubPr>
                                    <m:ctrlPr>
                                      <a:rPr lang="es-CO" sz="1400"/>
                                    </m:ctrlPr>
                                  </m:sSubPr>
                                  <m:e>
                                    <m:r>
                                      <a:rPr lang="es-CO" sz="1400"/>
                                      <m:t>𝑅</m:t>
                                    </m:r>
                                  </m:e>
                                  <m:sub>
                                    <m:r>
                                      <a:rPr lang="es-CO" sz="1400"/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CO" sz="1400"/>
                                  <m:t>𝐷</m:t>
                                </m:r>
                              </m:den>
                            </m:f>
                          </m:e>
                        </m:d>
                        <m:r>
                          <a:rPr lang="es-CO" sz="1400"/>
                          <m:t>1</m:t>
                        </m:r>
                      </m:e>
                    </m:d>
                  </m:oMath>
                </a14:m>
                <a:r>
                  <a:rPr lang="es-CO" sz="1400" dirty="0"/>
                  <a:t> </a:t>
                </a:r>
              </a:p>
              <a:p>
                <a:pPr algn="just"/>
                <a:r>
                  <a:rPr lang="es-CO" sz="1400" dirty="0"/>
                  <a:t> Distribuyendo el término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1400"/>
                          <m:t>Σ</m:t>
                        </m:r>
                      </m:e>
                      <m:sup>
                        <m:r>
                          <a:rPr lang="es-CO" sz="1400"/>
                          <m:t>−1</m:t>
                        </m:r>
                      </m:sup>
                    </m:sSup>
                  </m:oMath>
                </a14:m>
                <a:r>
                  <a:rPr lang="es-CO" sz="1400" dirty="0"/>
                  <a:t> y factorizando el escalar </a:t>
                </a:r>
                <a14:m>
                  <m:oMath xmlns:m="http://schemas.openxmlformats.org/officeDocument/2006/math">
                    <m:r>
                      <a:rPr lang="es-CO" sz="1400"/>
                      <m:t>1</m:t>
                    </m:r>
                    <m:r>
                      <m:rPr>
                        <m:lit/>
                      </m:rPr>
                      <a:rPr lang="es-CO" sz="1400"/>
                      <m:t>/</m:t>
                    </m:r>
                    <m:r>
                      <a:rPr lang="es-CO" sz="1400"/>
                      <m:t>𝐷</m:t>
                    </m:r>
                  </m:oMath>
                </a14:m>
                <a:r>
                  <a:rPr lang="es-CO" sz="1400" dirty="0"/>
                  <a:t>, llegamos a la solución detallada de los pesos: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1400"/>
                          </m:ctrlPr>
                        </m:sSupPr>
                        <m:e>
                          <m:r>
                            <a:rPr lang="es-CO" sz="1400"/>
                            <m:t>𝑤</m:t>
                          </m:r>
                        </m:e>
                        <m:sup>
                          <m:r>
                            <a:rPr lang="es-CO" sz="1400"/>
                            <m:t>∗</m:t>
                          </m:r>
                        </m:sup>
                      </m:sSup>
                      <m:r>
                        <a:rPr lang="es-CO" sz="1400"/>
                        <m:t>=</m:t>
                      </m:r>
                      <m:f>
                        <m:fPr>
                          <m:ctrlPr>
                            <a:rPr lang="es-CO" sz="1400"/>
                          </m:ctrlPr>
                        </m:fPr>
                        <m:num>
                          <m:r>
                            <a:rPr lang="es-CO" sz="1400"/>
                            <m:t>1</m:t>
                          </m:r>
                        </m:num>
                        <m:den>
                          <m:r>
                            <a:rPr lang="es-CO" sz="1400"/>
                            <m:t>𝐷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400"/>
                          </m:ctrlPr>
                        </m:dPr>
                        <m:e>
                          <m:d>
                            <m:dPr>
                              <m:ctrlPr>
                                <a:rPr lang="es-CO" sz="1400"/>
                              </m:ctrlPr>
                            </m:dPr>
                            <m:e>
                              <m:r>
                                <a:rPr lang="es-CO" sz="1400"/>
                                <m:t>𝐶</m:t>
                              </m:r>
                              <m:sSub>
                                <m:sSubPr>
                                  <m:ctrlPr>
                                    <a:rPr lang="es-CO" sz="1400"/>
                                  </m:ctrlPr>
                                </m:sSubPr>
                                <m:e>
                                  <m:r>
                                    <a:rPr lang="es-CO" sz="1400"/>
                                    <m:t>𝑅</m:t>
                                  </m:r>
                                </m:e>
                                <m:sub>
                                  <m:r>
                                    <a:rPr lang="es-CO" sz="1400"/>
                                    <m:t>0</m:t>
                                  </m:r>
                                </m:sub>
                              </m:sSub>
                              <m:r>
                                <a:rPr lang="es-CO" sz="1400"/>
                                <m:t>−</m:t>
                              </m:r>
                              <m:r>
                                <a:rPr lang="es-CO" sz="1400"/>
                                <m:t>𝐴</m:t>
                              </m:r>
                            </m:e>
                          </m:d>
                          <m:sSup>
                            <m:sSupPr>
                              <m:ctrlPr>
                                <a:rPr lang="es-CO" sz="1400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1400"/>
                                <m:t>Σ</m:t>
                              </m:r>
                            </m:e>
                            <m:sup>
                              <m:r>
                                <a:rPr lang="es-CO" sz="1400"/>
                                <m:t>−1</m:t>
                              </m:r>
                            </m:sup>
                          </m:sSup>
                          <m:r>
                            <a:rPr lang="es-CO" sz="1400"/>
                            <m:t>𝑟</m:t>
                          </m:r>
                          <m:r>
                            <a:rPr lang="es-CO" sz="1400"/>
                            <m:t>+</m:t>
                          </m:r>
                          <m:d>
                            <m:dPr>
                              <m:ctrlPr>
                                <a:rPr lang="es-CO" sz="1400"/>
                              </m:ctrlPr>
                            </m:dPr>
                            <m:e>
                              <m:r>
                                <a:rPr lang="es-CO" sz="1400"/>
                                <m:t>𝐵</m:t>
                              </m:r>
                              <m:r>
                                <a:rPr lang="es-CO" sz="1400"/>
                                <m:t>−</m:t>
                              </m:r>
                              <m:r>
                                <a:rPr lang="es-CO" sz="1400"/>
                                <m:t>𝐴</m:t>
                              </m:r>
                              <m:sSub>
                                <m:sSubPr>
                                  <m:ctrlPr>
                                    <a:rPr lang="es-CO" sz="1400"/>
                                  </m:ctrlPr>
                                </m:sSubPr>
                                <m:e>
                                  <m:r>
                                    <a:rPr lang="es-CO" sz="1400"/>
                                    <m:t>𝑅</m:t>
                                  </m:r>
                                </m:e>
                                <m:sub>
                                  <m:r>
                                    <a:rPr lang="es-CO" sz="1400"/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s-CO" sz="1400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sz="1400"/>
                                <m:t>Σ</m:t>
                              </m:r>
                            </m:e>
                            <m:sup>
                              <m:r>
                                <a:rPr lang="es-CO" sz="1400"/>
                                <m:t>−1</m:t>
                              </m:r>
                            </m:sup>
                          </m:sSup>
                          <m:r>
                            <a:rPr lang="es-CO" sz="1400"/>
                            <m:t>1</m:t>
                          </m:r>
                        </m:e>
                      </m:d>
                    </m:oMath>
                  </m:oMathPara>
                </a14:m>
                <a:endParaRPr lang="es-CO" sz="1400" dirty="0"/>
              </a:p>
              <a:p>
                <a:pPr algn="just"/>
                <a:r>
                  <a:rPr lang="es-CO" sz="1400" dirty="0"/>
                  <a:t> O lo que es lo mismo: 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1400"/>
                        </m:ctrlPr>
                      </m:sSupPr>
                      <m:e>
                        <m:r>
                          <a:rPr lang="es-CO" sz="1400"/>
                          <m:t>𝑤</m:t>
                        </m:r>
                      </m:e>
                      <m:sup>
                        <m:r>
                          <a:rPr lang="es-CO" sz="1400"/>
                          <m:t>∗</m:t>
                        </m:r>
                      </m:sup>
                    </m:sSup>
                    <m:r>
                      <a:rPr lang="es-CO" sz="1400"/>
                      <m:t>=</m:t>
                    </m:r>
                    <m:f>
                      <m:fPr>
                        <m:ctrlPr>
                          <a:rPr lang="es-CO" sz="1400"/>
                        </m:ctrlPr>
                      </m:fPr>
                      <m:num>
                        <m:d>
                          <m:dPr>
                            <m:ctrlPr>
                              <a:rPr lang="es-CO" sz="1400"/>
                            </m:ctrlPr>
                          </m:dPr>
                          <m:e>
                            <m:r>
                              <a:rPr lang="es-CO" sz="1400"/>
                              <m:t>𝐶</m:t>
                            </m:r>
                            <m:sSub>
                              <m:sSubPr>
                                <m:ctrlPr>
                                  <a:rPr lang="es-CO" sz="1400"/>
                                </m:ctrlPr>
                              </m:sSubPr>
                              <m:e>
                                <m:r>
                                  <a:rPr lang="es-CO" sz="1400"/>
                                  <m:t>𝑅</m:t>
                                </m:r>
                              </m:e>
                              <m:sub>
                                <m:r>
                                  <a:rPr lang="es-CO" sz="1400"/>
                                  <m:t>0</m:t>
                                </m:r>
                              </m:sub>
                            </m:sSub>
                            <m:r>
                              <a:rPr lang="es-CO" sz="1400"/>
                              <m:t>−</m:t>
                            </m:r>
                            <m:r>
                              <a:rPr lang="es-CO" sz="1400"/>
                              <m:t>𝐴</m:t>
                            </m:r>
                          </m:e>
                        </m:d>
                        <m:sSup>
                          <m:sSupPr>
                            <m:ctrlPr>
                              <a:rPr lang="es-CO" sz="1400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CO" sz="1400"/>
                              <m:t>Σ</m:t>
                            </m:r>
                          </m:e>
                          <m:sup>
                            <m:r>
                              <a:rPr lang="es-CO" sz="1400"/>
                              <m:t>−1</m:t>
                            </m:r>
                          </m:sup>
                        </m:sSup>
                        <m:r>
                          <a:rPr lang="es-CO" sz="1400"/>
                          <m:t>𝑟</m:t>
                        </m:r>
                        <m:r>
                          <a:rPr lang="es-CO" sz="1400"/>
                          <m:t>+</m:t>
                        </m:r>
                        <m:d>
                          <m:dPr>
                            <m:ctrlPr>
                              <a:rPr lang="es-CO" sz="1400"/>
                            </m:ctrlPr>
                          </m:dPr>
                          <m:e>
                            <m:r>
                              <a:rPr lang="es-CO" sz="1400"/>
                              <m:t>𝐵</m:t>
                            </m:r>
                            <m:r>
                              <a:rPr lang="es-CO" sz="1400"/>
                              <m:t>−</m:t>
                            </m:r>
                            <m:r>
                              <a:rPr lang="es-CO" sz="1400"/>
                              <m:t>𝐴</m:t>
                            </m:r>
                            <m:sSub>
                              <m:sSubPr>
                                <m:ctrlPr>
                                  <a:rPr lang="es-CO" sz="1400"/>
                                </m:ctrlPr>
                              </m:sSubPr>
                              <m:e>
                                <m:r>
                                  <a:rPr lang="es-CO" sz="1400"/>
                                  <m:t>𝑅</m:t>
                                </m:r>
                              </m:e>
                              <m:sub>
                                <m:r>
                                  <a:rPr lang="es-CO" sz="1400"/>
                                  <m:t>0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s-CO" sz="1400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CO" sz="1400"/>
                              <m:t>Σ</m:t>
                            </m:r>
                          </m:e>
                          <m:sup>
                            <m:r>
                              <a:rPr lang="es-CO" sz="1400"/>
                              <m:t>−1</m:t>
                            </m:r>
                          </m:sup>
                        </m:sSup>
                        <m:r>
                          <a:rPr lang="es-CO" sz="1400"/>
                          <m:t>1</m:t>
                        </m:r>
                      </m:num>
                      <m:den>
                        <m:r>
                          <a:rPr lang="es-CO" sz="1400"/>
                          <m:t>𝐷</m:t>
                        </m:r>
                      </m:den>
                    </m:f>
                  </m:oMath>
                </a14:m>
                <a:endParaRPr lang="es-CO" sz="140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7F5528C-C82C-728D-4A04-AB50DF4FB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909" y="2420888"/>
                <a:ext cx="6133705" cy="3605154"/>
              </a:xfrm>
              <a:prstGeom prst="rect">
                <a:avLst/>
              </a:prstGeom>
              <a:blipFill>
                <a:blip r:embed="rId4"/>
                <a:stretch>
                  <a:fillRect l="-207" r="-4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DF945FF-2E86-1267-FDD2-CFF3E6DABFB9}"/>
                  </a:ext>
                </a:extLst>
              </p:cNvPr>
              <p:cNvSpPr txBox="1"/>
              <p:nvPr/>
            </p:nvSpPr>
            <p:spPr>
              <a:xfrm>
                <a:off x="433633" y="2292125"/>
                <a:ext cx="4779390" cy="4075283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lnSpc>
                    <a:spcPct val="150000"/>
                  </a:lnSpc>
                  <a:defRPr sz="1600">
                    <a:latin typeface="Arial Nova Light" panose="020B030402020202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l"/>
                <a:r>
                  <a:rPr lang="es-CO" dirty="0"/>
                  <a:t>La Regla establece que cada incógnita es el determinante de la matriz sustituyendo la columna correspondiente por el vector de resultados, dividido por el determinante principal:</a:t>
                </a:r>
              </a:p>
              <a:p>
                <a:pPr algn="l"/>
                <a:endParaRPr lang="es-CO" dirty="0"/>
              </a:p>
              <a:p>
                <a:r>
                  <a:rPr lang="es-CO" dirty="0"/>
                  <a:t>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a:rPr lang="es-CO"/>
                          <m:t>𝛌</m:t>
                        </m:r>
                      </m:e>
                      <m:sub>
                        <m:r>
                          <a:rPr lang="es-CO"/>
                          <m:t>𝟏</m:t>
                        </m:r>
                      </m:sub>
                    </m:sSub>
                  </m:oMath>
                </a14:m>
                <a:r>
                  <a:rPr lang="es-CO" dirty="0"/>
                  <a:t>: Sustituimos la primera columna por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/>
                                  </m:ctrlPr>
                                </m:sSubPr>
                                <m:e>
                                  <m:r>
                                    <a:rPr lang="es-CO"/>
                                    <m:t>𝑅</m:t>
                                  </m:r>
                                </m:e>
                                <m:sub>
                                  <m:r>
                                    <a:rPr lang="es-CO"/>
                                    <m:t>0</m:t>
                                  </m:r>
                                </m:sub>
                              </m:sSub>
                              <m:r>
                                <a:rPr lang="es-CO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es-CO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/>
                          <m:t>λ</m:t>
                        </m:r>
                      </m:e>
                      <m:sub>
                        <m:r>
                          <a:rPr lang="es-CO"/>
                          <m:t>1</m:t>
                        </m:r>
                      </m:sub>
                    </m:sSub>
                    <m:r>
                      <a:rPr lang="es-CO"/>
                      <m:t>=</m:t>
                    </m:r>
                    <m:f>
                      <m:fPr>
                        <m:ctrlPr>
                          <a:rPr lang="es-CO"/>
                        </m:ctrlPr>
                      </m:fPr>
                      <m:num>
                        <m:func>
                          <m:funcPr>
                            <m:ctrlPr>
                              <a:rPr lang="es-CO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CO"/>
                              <m:t>det</m:t>
                            </m:r>
                          </m:fName>
                          <m:e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/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/>
                                          </m:ctrlPr>
                                        </m:sSubPr>
                                        <m:e>
                                          <m:r>
                                            <a:rPr lang="es-CO"/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s-CO"/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s-CO"/>
                                        <m:t>𝐴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s-CO"/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s-CO"/>
                                        <m:t>𝐶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func>
                      </m:num>
                      <m:den>
                        <m:r>
                          <a:rPr lang="es-CO"/>
                          <m:t>𝐷</m:t>
                        </m:r>
                      </m:den>
                    </m:f>
                    <m:r>
                      <a:rPr lang="es-CO"/>
                      <m:t>=</m:t>
                    </m:r>
                    <m:f>
                      <m:fPr>
                        <m:ctrlPr>
                          <a:rPr lang="es-CO"/>
                        </m:ctrlPr>
                      </m:fPr>
                      <m:num>
                        <m:r>
                          <a:rPr lang="es-CO"/>
                          <m:t>𝐶</m:t>
                        </m:r>
                        <m:sSub>
                          <m:sSubPr>
                            <m:ctrlPr>
                              <a:rPr lang="es-CO"/>
                            </m:ctrlPr>
                          </m:sSubPr>
                          <m:e>
                            <m:r>
                              <a:rPr lang="es-CO"/>
                              <m:t>𝑅</m:t>
                            </m:r>
                          </m:e>
                          <m:sub>
                            <m:r>
                              <a:rPr lang="es-CO"/>
                              <m:t>0</m:t>
                            </m:r>
                          </m:sub>
                        </m:sSub>
                        <m:r>
                          <a:rPr lang="es-CO"/>
                          <m:t>−</m:t>
                        </m:r>
                        <m:r>
                          <a:rPr lang="es-CO"/>
                          <m:t>𝐴</m:t>
                        </m:r>
                      </m:num>
                      <m:den>
                        <m:r>
                          <a:rPr lang="es-CO"/>
                          <m:t>𝐷</m:t>
                        </m:r>
                      </m:den>
                    </m:f>
                  </m:oMath>
                </a14:m>
                <a:r>
                  <a:rPr lang="es-CO" dirty="0"/>
                  <a:t> </a:t>
                </a:r>
              </a:p>
              <a:p>
                <a:r>
                  <a:rPr lang="es-CO" dirty="0"/>
                  <a:t>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a:rPr lang="es-CO"/>
                          <m:t>𝛌</m:t>
                        </m:r>
                      </m:e>
                      <m:sub>
                        <m:r>
                          <a:rPr lang="es-CO"/>
                          <m:t>𝟐</m:t>
                        </m:r>
                      </m:sub>
                    </m:sSub>
                  </m:oMath>
                </a14:m>
                <a:r>
                  <a:rPr lang="es-CO" dirty="0"/>
                  <a:t>: Sustituimos la segunda columna por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/>
                                  </m:ctrlPr>
                                </m:sSubPr>
                                <m:e>
                                  <m:r>
                                    <a:rPr lang="es-CO"/>
                                    <m:t>𝑅</m:t>
                                  </m:r>
                                </m:e>
                                <m:sub>
                                  <m:r>
                                    <a:rPr lang="es-CO"/>
                                    <m:t>0</m:t>
                                  </m:r>
                                </m:sub>
                              </m:sSub>
                              <m:r>
                                <a:rPr lang="es-CO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es-CO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O"/>
                          <m:t>λ</m:t>
                        </m:r>
                      </m:e>
                      <m:sub>
                        <m:r>
                          <a:rPr lang="es-CO"/>
                          <m:t>2</m:t>
                        </m:r>
                      </m:sub>
                    </m:sSub>
                    <m:r>
                      <a:rPr lang="es-CO"/>
                      <m:t>=</m:t>
                    </m:r>
                    <m:f>
                      <m:fPr>
                        <m:ctrlPr>
                          <a:rPr lang="es-CO"/>
                        </m:ctrlPr>
                      </m:fPr>
                      <m:num>
                        <m:func>
                          <m:funcPr>
                            <m:ctrlPr>
                              <a:rPr lang="es-CO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CO"/>
                              <m:t>det</m:t>
                            </m:r>
                          </m:fName>
                          <m:e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/>
                                    </m:ctrlPr>
                                  </m:mPr>
                                  <m:mr>
                                    <m:e>
                                      <m:r>
                                        <a:rPr lang="es-CO"/>
                                        <m:t>𝐵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s-CO"/>
                                          </m:ctrlPr>
                                        </m:sSubPr>
                                        <m:e>
                                          <m:r>
                                            <a:rPr lang="es-CO"/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s-CO"/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s-CO"/>
                                        <m:t>𝐴</m:t>
                                      </m:r>
                                    </m:e>
                                    <m:e>
                                      <m:r>
                                        <a:rPr lang="es-CO"/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func>
                      </m:num>
                      <m:den>
                        <m:r>
                          <a:rPr lang="es-CO"/>
                          <m:t>𝐷</m:t>
                        </m:r>
                      </m:den>
                    </m:f>
                    <m:r>
                      <a:rPr lang="es-CO"/>
                      <m:t>=</m:t>
                    </m:r>
                    <m:f>
                      <m:fPr>
                        <m:ctrlPr>
                          <a:rPr lang="es-CO"/>
                        </m:ctrlPr>
                      </m:fPr>
                      <m:num>
                        <m:r>
                          <a:rPr lang="es-CO"/>
                          <m:t>𝐵</m:t>
                        </m:r>
                        <m:r>
                          <a:rPr lang="es-CO"/>
                          <m:t>−</m:t>
                        </m:r>
                        <m:r>
                          <a:rPr lang="es-CO"/>
                          <m:t>𝐴</m:t>
                        </m:r>
                        <m:sSub>
                          <m:sSubPr>
                            <m:ctrlPr>
                              <a:rPr lang="es-CO"/>
                            </m:ctrlPr>
                          </m:sSubPr>
                          <m:e>
                            <m:r>
                              <a:rPr lang="es-CO"/>
                              <m:t>𝑅</m:t>
                            </m:r>
                          </m:e>
                          <m:sub>
                            <m:r>
                              <a:rPr lang="es-CO"/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s-CO"/>
                          <m:t>𝐷</m:t>
                        </m:r>
                      </m:den>
                    </m:f>
                  </m:oMath>
                </a14:m>
                <a:r>
                  <a:rPr lang="es-CO" dirty="0"/>
                  <a:t> </a:t>
                </a: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DF945FF-2E86-1267-FDD2-CFF3E6DAB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33" y="2292125"/>
                <a:ext cx="4779390" cy="4075283"/>
              </a:xfrm>
              <a:prstGeom prst="rect">
                <a:avLst/>
              </a:prstGeom>
              <a:blipFill>
                <a:blip r:embed="rId5"/>
                <a:stretch>
                  <a:fillRect l="-528" r="-105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8172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D5215-D06F-50F1-F8C5-A0EBE22F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CO" sz="3600" b="1" dirty="0">
                <a:latin typeface="Arial Nova Light" panose="020B0304020202020204" pitchFamily="34" charset="0"/>
              </a:rPr>
              <a:t>Interpretación de la frontera eficiente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592CC94-5D67-541F-A271-4E02B2A9B3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699" y="1790623"/>
                <a:ext cx="5598177" cy="4502066"/>
              </a:xfr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CO" sz="1600" dirty="0">
                    <a:latin typeface="Arial Nova Light" panose="020B0304020202020204" pitchFamily="34" charset="0"/>
                  </a:rPr>
                  <a:t>El portafolio óptimo es una combinación lineal de dos vectores fundamentales: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1600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1600"/>
                          <m:t>Σ</m:t>
                        </m:r>
                      </m:e>
                      <m:sup>
                        <m:r>
                          <a:rPr lang="es-CO" sz="1600"/>
                          <m:t>−1</m:t>
                        </m:r>
                      </m:sup>
                    </m:sSup>
                    <m:r>
                      <a:rPr lang="es-CO" sz="1600"/>
                      <m:t>𝑟𝑦</m:t>
                    </m:r>
                    <m:sSup>
                      <m:sSupPr>
                        <m:ctrlPr>
                          <a:rPr lang="es-CO" sz="1600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O" sz="1600"/>
                          <m:t>Σ</m:t>
                        </m:r>
                      </m:e>
                      <m:sup>
                        <m:r>
                          <a:rPr lang="es-CO" sz="1600"/>
                          <m:t>−1</m:t>
                        </m:r>
                      </m:sup>
                    </m:sSup>
                    <m:r>
                      <a:rPr lang="es-CO" sz="1600"/>
                      <m:t>1</m:t>
                    </m:r>
                  </m:oMath>
                </a14:m>
                <a:r>
                  <a:rPr lang="es-CO" sz="1600" dirty="0">
                    <a:latin typeface="Arial Nova Light" panose="020B0304020202020204" pitchFamily="34" charset="0"/>
                  </a:rPr>
                  <a:t>.</a:t>
                </a:r>
              </a:p>
              <a:p>
                <a:pPr marL="57150" indent="-285750" algn="just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CO" sz="1600" dirty="0">
                    <a:latin typeface="Arial Nova Light" panose="020B0304020202020204" pitchFamily="34" charset="0"/>
                  </a:rPr>
                  <a:t>Cualquier portafolio en la frontera eficiente se puede construir mezclando dos portafolios básicos y variando </a:t>
                </a:r>
                <a:r>
                  <a:rPr lang="es-CO" sz="1600" dirty="0" err="1">
                    <a:latin typeface="Arial Nova Light" panose="020B0304020202020204" pitchFamily="34" charset="0"/>
                  </a:rPr>
                  <a:t>porporciones</a:t>
                </a:r>
                <a:r>
                  <a:rPr lang="es-CO" sz="1600" dirty="0">
                    <a:latin typeface="Arial Nova Light" panose="020B0304020202020204" pitchFamily="34" charset="0"/>
                  </a:rPr>
                  <a:t> (Teorema de Separación de Black).</a:t>
                </a:r>
              </a:p>
              <a:p>
                <a:pPr marL="57150" indent="-285750" algn="just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CO" sz="1600" dirty="0">
                    <a:latin typeface="Arial Nova Light" panose="020B0304020202020204" pitchFamily="34" charset="0"/>
                  </a:rPr>
                  <a:t>La relación entre el riesgo y el retorno óptimo dibujará una parábola en el espacio varianza-rendimiento.</a:t>
                </a:r>
              </a:p>
              <a:p>
                <a:pPr marL="57150" indent="-285750" algn="just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CO" sz="1600" dirty="0">
                    <a:latin typeface="Arial Nova Light" panose="020B0304020202020204" pitchFamily="34" charset="0"/>
                  </a:rPr>
                  <a:t>Cualquier inversor, independientemente de su aversión al riesgo, elegirá una mezcla de estos dos vectores para situarse sobre la frontera eficiente, variando únicamente el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1600"/>
                        </m:ctrlPr>
                      </m:sSubPr>
                      <m:e>
                        <m:r>
                          <a:rPr lang="es-CO" sz="1600"/>
                          <m:t>𝑅</m:t>
                        </m:r>
                      </m:e>
                      <m:sub>
                        <m:r>
                          <a:rPr lang="es-CO" sz="1600"/>
                          <m:t>0</m:t>
                        </m:r>
                      </m:sub>
                    </m:sSub>
                  </m:oMath>
                </a14:m>
                <a:r>
                  <a:rPr lang="es-CO" sz="1600" dirty="0">
                    <a:latin typeface="Arial Nova Light" panose="020B0304020202020204" pitchFamily="34" charset="0"/>
                  </a:rPr>
                  <a:t> según su preferencia 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592CC94-5D67-541F-A271-4E02B2A9B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699" y="1790623"/>
                <a:ext cx="5598177" cy="4502066"/>
              </a:xfrm>
              <a:blipFill>
                <a:blip r:embed="rId2"/>
                <a:stretch>
                  <a:fillRect l="-454" r="-680" b="-84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3DE2749D-84FA-F3BB-CDBB-B346221C2E59}"/>
              </a:ext>
            </a:extLst>
          </p:cNvPr>
          <p:cNvSpPr/>
          <p:nvPr/>
        </p:nvSpPr>
        <p:spPr>
          <a:xfrm>
            <a:off x="-1" y="0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45A4AFF-FD45-A1A3-F6E4-7AD068AD1E06}"/>
              </a:ext>
            </a:extLst>
          </p:cNvPr>
          <p:cNvSpPr/>
          <p:nvPr/>
        </p:nvSpPr>
        <p:spPr>
          <a:xfrm>
            <a:off x="0" y="6596743"/>
            <a:ext cx="12192001" cy="26125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3F1A7F-F8B6-BAC9-3442-778E16D1F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877" y="1790623"/>
            <a:ext cx="6060423" cy="4149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E8D23A2-4DF2-4241-AC53-32F532CED12D}"/>
              </a:ext>
            </a:extLst>
          </p:cNvPr>
          <p:cNvSpPr txBox="1"/>
          <p:nvPr/>
        </p:nvSpPr>
        <p:spPr>
          <a:xfrm>
            <a:off x="707010" y="1415392"/>
            <a:ext cx="4289196" cy="3752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>
              <a:lnSpc>
                <a:spcPct val="150000"/>
              </a:lnSpc>
              <a:defRPr sz="1400" b="1">
                <a:solidFill>
                  <a:srgbClr val="C00000"/>
                </a:solidFill>
                <a:latin typeface="Arial Nova Light" panose="020B0304020202020204" pitchFamily="34" charset="0"/>
              </a:defRPr>
            </a:lvl1pPr>
          </a:lstStyle>
          <a:p>
            <a:pPr algn="ctr"/>
            <a:r>
              <a:rPr lang="es-CO" dirty="0"/>
              <a:t>Esta solución nos dice que:</a:t>
            </a:r>
          </a:p>
        </p:txBody>
      </p:sp>
    </p:spTree>
    <p:extLst>
      <p:ext uri="{BB962C8B-B14F-4D97-AF65-F5344CB8AC3E}">
        <p14:creationId xmlns:p14="http://schemas.microsoft.com/office/powerpoint/2010/main" val="2347374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1155</Words>
  <Application>Microsoft Macintosh PowerPoint</Application>
  <PresentationFormat>Panorámica</PresentationFormat>
  <Paragraphs>138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Arial Nova Light</vt:lpstr>
      <vt:lpstr>Cambria Math</vt:lpstr>
      <vt:lpstr>Symbol</vt:lpstr>
      <vt:lpstr>Wingdings</vt:lpstr>
      <vt:lpstr>Tema de Office</vt:lpstr>
      <vt:lpstr>Optimización de portafolios de Inversión </vt:lpstr>
      <vt:lpstr>Frontera Eficiente</vt:lpstr>
      <vt:lpstr>Portafolio Eficientes</vt:lpstr>
      <vt:lpstr>Formulación del problema- Frontera eficiente </vt:lpstr>
      <vt:lpstr>Enfoques del Problema</vt:lpstr>
      <vt:lpstr>Presentación de PowerPoint</vt:lpstr>
      <vt:lpstr>Portafolio eficiente con un retorno objetivo R</vt:lpstr>
      <vt:lpstr>Resolviendo el sistema lineal w=Σ^(-1) (λ_1 r+λ_2 1)</vt:lpstr>
      <vt:lpstr>Uso de la regla de Cramer para λ_(1 ) y λ_2 </vt:lpstr>
      <vt:lpstr>Interpretación de la frontera eficiente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Natalia María  Acevedo Prins</dc:creator>
  <cp:lastModifiedBy>Natalia María  Acevedo Prins</cp:lastModifiedBy>
  <cp:revision>1</cp:revision>
  <dcterms:created xsi:type="dcterms:W3CDTF">2026-03-04T16:34:33Z</dcterms:created>
  <dcterms:modified xsi:type="dcterms:W3CDTF">2026-03-05T20:35:37Z</dcterms:modified>
</cp:coreProperties>
</file>